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sldIdLst>
    <p:sldId id="256" r:id="rId2"/>
    <p:sldId id="282" r:id="rId3"/>
    <p:sldId id="276" r:id="rId4"/>
    <p:sldId id="277" r:id="rId5"/>
    <p:sldId id="272" r:id="rId6"/>
    <p:sldId id="273" r:id="rId7"/>
    <p:sldId id="274" r:id="rId8"/>
    <p:sldId id="275" r:id="rId9"/>
    <p:sldId id="281" r:id="rId10"/>
    <p:sldId id="271" r:id="rId11"/>
    <p:sldId id="278" r:id="rId12"/>
    <p:sldId id="279"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0B0B0"/>
    <a:srgbClr val="001F3F"/>
    <a:srgbClr val="2C3E50"/>
    <a:srgbClr val="3498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dini soni" userId="c36e45faac3b5262" providerId="LiveId" clId="{93F356C9-F711-47AA-A1E5-45B20C4D0249}"/>
    <pc:docChg chg="undo redo custSel addSld delSld modSld sldOrd modMainMaster">
      <pc:chgData name="Nandini soni" userId="c36e45faac3b5262" providerId="LiveId" clId="{93F356C9-F711-47AA-A1E5-45B20C4D0249}" dt="2024-09-29T09:31:41.529" v="1415" actId="1076"/>
      <pc:docMkLst>
        <pc:docMk/>
      </pc:docMkLst>
      <pc:sldChg chg="modSp mod setBg">
        <pc:chgData name="Nandini soni" userId="c36e45faac3b5262" providerId="LiveId" clId="{93F356C9-F711-47AA-A1E5-45B20C4D0249}" dt="2024-09-29T09:31:41.529" v="1415" actId="1076"/>
        <pc:sldMkLst>
          <pc:docMk/>
          <pc:sldMk cId="981295532" sldId="256"/>
        </pc:sldMkLst>
        <pc:spChg chg="mod">
          <ac:chgData name="Nandini soni" userId="c36e45faac3b5262" providerId="LiveId" clId="{93F356C9-F711-47AA-A1E5-45B20C4D0249}" dt="2024-09-29T09:31:41.529" v="1415" actId="1076"/>
          <ac:spMkLst>
            <pc:docMk/>
            <pc:sldMk cId="981295532" sldId="256"/>
            <ac:spMk id="2" creationId="{11DE6BD5-466D-F4FE-02A6-91579CF22B67}"/>
          </ac:spMkLst>
        </pc:spChg>
      </pc:sldChg>
      <pc:sldChg chg="addSp delSp modSp del mod">
        <pc:chgData name="Nandini soni" userId="c36e45faac3b5262" providerId="LiveId" clId="{93F356C9-F711-47AA-A1E5-45B20C4D0249}" dt="2024-09-29T06:25:56.721" v="52" actId="2696"/>
        <pc:sldMkLst>
          <pc:docMk/>
          <pc:sldMk cId="1887104074" sldId="257"/>
        </pc:sldMkLst>
        <pc:picChg chg="del mod">
          <ac:chgData name="Nandini soni" userId="c36e45faac3b5262" providerId="LiveId" clId="{93F356C9-F711-47AA-A1E5-45B20C4D0249}" dt="2024-09-29T06:20:17.503" v="17" actId="21"/>
          <ac:picMkLst>
            <pc:docMk/>
            <pc:sldMk cId="1887104074" sldId="257"/>
            <ac:picMk id="3" creationId="{4BF8D7F3-489C-7FFA-49AC-252986B74DFE}"/>
          </ac:picMkLst>
        </pc:picChg>
        <pc:picChg chg="add del mod">
          <ac:chgData name="Nandini soni" userId="c36e45faac3b5262" providerId="LiveId" clId="{93F356C9-F711-47AA-A1E5-45B20C4D0249}" dt="2024-09-29T06:25:07.972" v="43" actId="21"/>
          <ac:picMkLst>
            <pc:docMk/>
            <pc:sldMk cId="1887104074" sldId="257"/>
            <ac:picMk id="4" creationId="{974E842B-4FE7-71C1-0CED-DC87457939FC}"/>
          </ac:picMkLst>
        </pc:picChg>
      </pc:sldChg>
      <pc:sldChg chg="addSp delSp modSp del mod ord">
        <pc:chgData name="Nandini soni" userId="c36e45faac3b5262" providerId="LiveId" clId="{93F356C9-F711-47AA-A1E5-45B20C4D0249}" dt="2024-09-29T06:26:01.263" v="55" actId="2696"/>
        <pc:sldMkLst>
          <pc:docMk/>
          <pc:sldMk cId="2362580195" sldId="258"/>
        </pc:sldMkLst>
        <pc:picChg chg="del mod">
          <ac:chgData name="Nandini soni" userId="c36e45faac3b5262" providerId="LiveId" clId="{93F356C9-F711-47AA-A1E5-45B20C4D0249}" dt="2024-09-29T06:19:48.580" v="14" actId="21"/>
          <ac:picMkLst>
            <pc:docMk/>
            <pc:sldMk cId="2362580195" sldId="258"/>
            <ac:picMk id="3" creationId="{F14E089A-CFE7-1B0B-71E8-DE1D5FA70D3F}"/>
          </ac:picMkLst>
        </pc:picChg>
        <pc:picChg chg="add del mod">
          <ac:chgData name="Nandini soni" userId="c36e45faac3b5262" providerId="LiveId" clId="{93F356C9-F711-47AA-A1E5-45B20C4D0249}" dt="2024-09-29T06:25:17.320" v="45" actId="21"/>
          <ac:picMkLst>
            <pc:docMk/>
            <pc:sldMk cId="2362580195" sldId="258"/>
            <ac:picMk id="4" creationId="{1504C481-6465-84FE-CC59-1C43BF42D4B4}"/>
          </ac:picMkLst>
        </pc:picChg>
      </pc:sldChg>
      <pc:sldChg chg="add del">
        <pc:chgData name="Nandini soni" userId="c36e45faac3b5262" providerId="LiveId" clId="{93F356C9-F711-47AA-A1E5-45B20C4D0249}" dt="2024-09-29T08:27:08.944" v="818"/>
        <pc:sldMkLst>
          <pc:docMk/>
          <pc:sldMk cId="2922546378" sldId="259"/>
        </pc:sldMkLst>
      </pc:sldChg>
      <pc:sldChg chg="addSp delSp modSp del mod ord">
        <pc:chgData name="Nandini soni" userId="c36e45faac3b5262" providerId="LiveId" clId="{93F356C9-F711-47AA-A1E5-45B20C4D0249}" dt="2024-09-29T08:26:49.080" v="815" actId="2696"/>
        <pc:sldMkLst>
          <pc:docMk/>
          <pc:sldMk cId="4220992927" sldId="259"/>
        </pc:sldMkLst>
        <pc:spChg chg="add del mod">
          <ac:chgData name="Nandini soni" userId="c36e45faac3b5262" providerId="LiveId" clId="{93F356C9-F711-47AA-A1E5-45B20C4D0249}" dt="2024-09-29T08:26:43.710" v="814"/>
          <ac:spMkLst>
            <pc:docMk/>
            <pc:sldMk cId="4220992927" sldId="259"/>
            <ac:spMk id="5" creationId="{E3F0E4F0-262D-34FA-DBA1-8B76BB7273ED}"/>
          </ac:spMkLst>
        </pc:spChg>
        <pc:picChg chg="add del mod">
          <ac:chgData name="Nandini soni" userId="c36e45faac3b5262" providerId="LiveId" clId="{93F356C9-F711-47AA-A1E5-45B20C4D0249}" dt="2024-09-29T08:26:43.697" v="812" actId="21"/>
          <ac:picMkLst>
            <pc:docMk/>
            <pc:sldMk cId="4220992927" sldId="259"/>
            <ac:picMk id="3" creationId="{B8439203-90B2-DD7C-787E-EFCCDE36A860}"/>
          </ac:picMkLst>
        </pc:picChg>
        <pc:picChg chg="add del mod">
          <ac:chgData name="Nandini soni" userId="c36e45faac3b5262" providerId="LiveId" clId="{93F356C9-F711-47AA-A1E5-45B20C4D0249}" dt="2024-09-29T06:21:32.917" v="26" actId="22"/>
          <ac:picMkLst>
            <pc:docMk/>
            <pc:sldMk cId="4220992927" sldId="259"/>
            <ac:picMk id="4" creationId="{740B11D6-E520-A88F-4DB4-A33C53C7C5A6}"/>
          </ac:picMkLst>
        </pc:picChg>
      </pc:sldChg>
      <pc:sldChg chg="addSp delSp modSp del mod">
        <pc:chgData name="Nandini soni" userId="c36e45faac3b5262" providerId="LiveId" clId="{93F356C9-F711-47AA-A1E5-45B20C4D0249}" dt="2024-09-29T06:26:10.064" v="56" actId="2696"/>
        <pc:sldMkLst>
          <pc:docMk/>
          <pc:sldMk cId="275973493" sldId="260"/>
        </pc:sldMkLst>
        <pc:picChg chg="del mod">
          <ac:chgData name="Nandini soni" userId="c36e45faac3b5262" providerId="LiveId" clId="{93F356C9-F711-47AA-A1E5-45B20C4D0249}" dt="2024-09-29T06:23:39.870" v="30" actId="21"/>
          <ac:picMkLst>
            <pc:docMk/>
            <pc:sldMk cId="275973493" sldId="260"/>
            <ac:picMk id="3" creationId="{9D01240E-F961-33C6-DCB1-3486E00C37A6}"/>
          </ac:picMkLst>
        </pc:picChg>
        <pc:picChg chg="add del mod">
          <ac:chgData name="Nandini soni" userId="c36e45faac3b5262" providerId="LiveId" clId="{93F356C9-F711-47AA-A1E5-45B20C4D0249}" dt="2024-09-29T06:25:40.595" v="49" actId="21"/>
          <ac:picMkLst>
            <pc:docMk/>
            <pc:sldMk cId="275973493" sldId="260"/>
            <ac:picMk id="4" creationId="{967C0DB8-9B93-936A-58E1-2B9EEB484EDB}"/>
          </ac:picMkLst>
        </pc:picChg>
      </pc:sldChg>
      <pc:sldChg chg="modSp mod setBg">
        <pc:chgData name="Nandini soni" userId="c36e45faac3b5262" providerId="LiveId" clId="{93F356C9-F711-47AA-A1E5-45B20C4D0249}" dt="2024-09-29T09:04:45.771" v="1140" actId="208"/>
        <pc:sldMkLst>
          <pc:docMk/>
          <pc:sldMk cId="2349601531" sldId="262"/>
        </pc:sldMkLst>
        <pc:spChg chg="mod">
          <ac:chgData name="Nandini soni" userId="c36e45faac3b5262" providerId="LiveId" clId="{93F356C9-F711-47AA-A1E5-45B20C4D0249}" dt="2024-09-29T09:04:45.771" v="1140" actId="208"/>
          <ac:spMkLst>
            <pc:docMk/>
            <pc:sldMk cId="2349601531" sldId="262"/>
            <ac:spMk id="2" creationId="{11DE6BD5-466D-F4FE-02A6-91579CF22B67}"/>
          </ac:spMkLst>
        </pc:spChg>
      </pc:sldChg>
      <pc:sldChg chg="addSp delSp modSp add del mod">
        <pc:chgData name="Nandini soni" userId="c36e45faac3b5262" providerId="LiveId" clId="{93F356C9-F711-47AA-A1E5-45B20C4D0249}" dt="2024-09-29T08:15:54.565" v="608" actId="2696"/>
        <pc:sldMkLst>
          <pc:docMk/>
          <pc:sldMk cId="3495450773" sldId="263"/>
        </pc:sldMkLst>
        <pc:spChg chg="del mod">
          <ac:chgData name="Nandini soni" userId="c36e45faac3b5262" providerId="LiveId" clId="{93F356C9-F711-47AA-A1E5-45B20C4D0249}" dt="2024-09-29T08:13:18.126" v="593" actId="21"/>
          <ac:spMkLst>
            <pc:docMk/>
            <pc:sldMk cId="3495450773" sldId="263"/>
            <ac:spMk id="2" creationId="{11DE6BD5-466D-F4FE-02A6-91579CF22B67}"/>
          </ac:spMkLst>
        </pc:spChg>
        <pc:spChg chg="add mod">
          <ac:chgData name="Nandini soni" userId="c36e45faac3b5262" providerId="LiveId" clId="{93F356C9-F711-47AA-A1E5-45B20C4D0249}" dt="2024-09-29T08:13:18.126" v="593" actId="21"/>
          <ac:spMkLst>
            <pc:docMk/>
            <pc:sldMk cId="3495450773" sldId="263"/>
            <ac:spMk id="5" creationId="{17B92E3F-C2BE-4C37-E39F-5DFCE9A633A8}"/>
          </ac:spMkLst>
        </pc:spChg>
        <pc:picChg chg="add del mod">
          <ac:chgData name="Nandini soni" userId="c36e45faac3b5262" providerId="LiveId" clId="{93F356C9-F711-47AA-A1E5-45B20C4D0249}" dt="2024-09-29T08:10:26.596" v="559" actId="21"/>
          <ac:picMkLst>
            <pc:docMk/>
            <pc:sldMk cId="3495450773" sldId="263"/>
            <ac:picMk id="4" creationId="{974E842B-4FE7-71C1-0CED-DC87457939FC}"/>
          </ac:picMkLst>
        </pc:picChg>
      </pc:sldChg>
      <pc:sldChg chg="addSp delSp modSp add del mod">
        <pc:chgData name="Nandini soni" userId="c36e45faac3b5262" providerId="LiveId" clId="{93F356C9-F711-47AA-A1E5-45B20C4D0249}" dt="2024-09-29T08:24:19.837" v="809" actId="2696"/>
        <pc:sldMkLst>
          <pc:docMk/>
          <pc:sldMk cId="2726508477" sldId="264"/>
        </pc:sldMkLst>
        <pc:spChg chg="mod">
          <ac:chgData name="Nandini soni" userId="c36e45faac3b5262" providerId="LiveId" clId="{93F356C9-F711-47AA-A1E5-45B20C4D0249}" dt="2024-09-29T06:24:49.678" v="39" actId="1076"/>
          <ac:spMkLst>
            <pc:docMk/>
            <pc:sldMk cId="2726508477" sldId="264"/>
            <ac:spMk id="2" creationId="{11DE6BD5-466D-F4FE-02A6-91579CF22B67}"/>
          </ac:spMkLst>
        </pc:spChg>
        <pc:picChg chg="add del mod">
          <ac:chgData name="Nandini soni" userId="c36e45faac3b5262" providerId="LiveId" clId="{93F356C9-F711-47AA-A1E5-45B20C4D0249}" dt="2024-09-29T08:17:27.419" v="620" actId="21"/>
          <ac:picMkLst>
            <pc:docMk/>
            <pc:sldMk cId="2726508477" sldId="264"/>
            <ac:picMk id="4" creationId="{1504C481-6465-84FE-CC59-1C43BF42D4B4}"/>
          </ac:picMkLst>
        </pc:picChg>
      </pc:sldChg>
      <pc:sldChg chg="addSp delSp modSp add del mod">
        <pc:chgData name="Nandini soni" userId="c36e45faac3b5262" providerId="LiveId" clId="{93F356C9-F711-47AA-A1E5-45B20C4D0249}" dt="2024-09-29T08:38:06.173" v="898" actId="2696"/>
        <pc:sldMkLst>
          <pc:docMk/>
          <pc:sldMk cId="2529174596" sldId="265"/>
        </pc:sldMkLst>
        <pc:spChg chg="mod">
          <ac:chgData name="Nandini soni" userId="c36e45faac3b5262" providerId="LiveId" clId="{93F356C9-F711-47AA-A1E5-45B20C4D0249}" dt="2024-09-29T08:36:22.951" v="867" actId="27636"/>
          <ac:spMkLst>
            <pc:docMk/>
            <pc:sldMk cId="2529174596" sldId="265"/>
            <ac:spMk id="2" creationId="{11DE6BD5-466D-F4FE-02A6-91579CF22B67}"/>
          </ac:spMkLst>
        </pc:spChg>
        <pc:picChg chg="add del mod">
          <ac:chgData name="Nandini soni" userId="c36e45faac3b5262" providerId="LiveId" clId="{93F356C9-F711-47AA-A1E5-45B20C4D0249}" dt="2024-09-29T08:36:44.720" v="872" actId="21"/>
          <ac:picMkLst>
            <pc:docMk/>
            <pc:sldMk cId="2529174596" sldId="265"/>
            <ac:picMk id="4" creationId="{967C0DB8-9B93-936A-58E1-2B9EEB484EDB}"/>
          </ac:picMkLst>
        </pc:picChg>
      </pc:sldChg>
      <pc:sldChg chg="addSp delSp modSp add del mod ord">
        <pc:chgData name="Nandini soni" userId="c36e45faac3b5262" providerId="LiveId" clId="{93F356C9-F711-47AA-A1E5-45B20C4D0249}" dt="2024-09-29T06:47:00.500" v="372" actId="2696"/>
        <pc:sldMkLst>
          <pc:docMk/>
          <pc:sldMk cId="579544909" sldId="266"/>
        </pc:sldMkLst>
        <pc:spChg chg="mod">
          <ac:chgData name="Nandini soni" userId="c36e45faac3b5262" providerId="LiveId" clId="{93F356C9-F711-47AA-A1E5-45B20C4D0249}" dt="2024-09-29T06:36:01.595" v="278" actId="1076"/>
          <ac:spMkLst>
            <pc:docMk/>
            <pc:sldMk cId="579544909" sldId="266"/>
            <ac:spMk id="2" creationId="{11DE6BD5-466D-F4FE-02A6-91579CF22B67}"/>
          </ac:spMkLst>
        </pc:spChg>
        <pc:spChg chg="add del mod">
          <ac:chgData name="Nandini soni" userId="c36e45faac3b5262" providerId="LiveId" clId="{93F356C9-F711-47AA-A1E5-45B20C4D0249}" dt="2024-09-29T06:31:16.199" v="227" actId="21"/>
          <ac:spMkLst>
            <pc:docMk/>
            <pc:sldMk cId="579544909" sldId="266"/>
            <ac:spMk id="3" creationId="{7DCA27BC-DFF0-DD2C-17D8-7BC98D5E3DF6}"/>
          </ac:spMkLst>
        </pc:spChg>
        <pc:spChg chg="add mod">
          <ac:chgData name="Nandini soni" userId="c36e45faac3b5262" providerId="LiveId" clId="{93F356C9-F711-47AA-A1E5-45B20C4D0249}" dt="2024-09-29T06:35:58.672" v="277" actId="1076"/>
          <ac:spMkLst>
            <pc:docMk/>
            <pc:sldMk cId="579544909" sldId="266"/>
            <ac:spMk id="4" creationId="{A6FB662D-6931-5C52-EB1E-E8A67F0557B5}"/>
          </ac:spMkLst>
        </pc:spChg>
        <pc:spChg chg="add mod">
          <ac:chgData name="Nandini soni" userId="c36e45faac3b5262" providerId="LiveId" clId="{93F356C9-F711-47AA-A1E5-45B20C4D0249}" dt="2024-09-29T06:35:55.444" v="276" actId="1076"/>
          <ac:spMkLst>
            <pc:docMk/>
            <pc:sldMk cId="579544909" sldId="266"/>
            <ac:spMk id="5" creationId="{EC6EC381-89D7-E96A-677F-CD325F6ED3F8}"/>
          </ac:spMkLst>
        </pc:spChg>
        <pc:spChg chg="add del mod">
          <ac:chgData name="Nandini soni" userId="c36e45faac3b5262" providerId="LiveId" clId="{93F356C9-F711-47AA-A1E5-45B20C4D0249}" dt="2024-09-29T06:34:04.262" v="247"/>
          <ac:spMkLst>
            <pc:docMk/>
            <pc:sldMk cId="579544909" sldId="266"/>
            <ac:spMk id="6" creationId="{BB7F3B43-F1AA-FEB7-B565-825419BCAB18}"/>
          </ac:spMkLst>
        </pc:spChg>
        <pc:spChg chg="add del mod">
          <ac:chgData name="Nandini soni" userId="c36e45faac3b5262" providerId="LiveId" clId="{93F356C9-F711-47AA-A1E5-45B20C4D0249}" dt="2024-09-29T06:35:51.224" v="275" actId="1076"/>
          <ac:spMkLst>
            <pc:docMk/>
            <pc:sldMk cId="579544909" sldId="266"/>
            <ac:spMk id="8" creationId="{3431CA7C-172B-FBB4-4B36-D1635564C418}"/>
          </ac:spMkLst>
        </pc:spChg>
        <pc:spChg chg="add mod">
          <ac:chgData name="Nandini soni" userId="c36e45faac3b5262" providerId="LiveId" clId="{93F356C9-F711-47AA-A1E5-45B20C4D0249}" dt="2024-09-29T06:36:50.804" v="301" actId="255"/>
          <ac:spMkLst>
            <pc:docMk/>
            <pc:sldMk cId="579544909" sldId="266"/>
            <ac:spMk id="9" creationId="{E8034A68-649B-2CC2-02E5-5376E9361E8D}"/>
          </ac:spMkLst>
        </pc:spChg>
        <pc:cxnChg chg="add del mod">
          <ac:chgData name="Nandini soni" userId="c36e45faac3b5262" providerId="LiveId" clId="{93F356C9-F711-47AA-A1E5-45B20C4D0249}" dt="2024-09-29T06:37:41.686" v="309" actId="11529"/>
          <ac:cxnSpMkLst>
            <pc:docMk/>
            <pc:sldMk cId="579544909" sldId="266"/>
            <ac:cxnSpMk id="11" creationId="{91FB9DB5-0B4A-91A9-D950-61F6F3D8EE69}"/>
          </ac:cxnSpMkLst>
        </pc:cxnChg>
        <pc:cxnChg chg="add mod">
          <ac:chgData name="Nandini soni" userId="c36e45faac3b5262" providerId="LiveId" clId="{93F356C9-F711-47AA-A1E5-45B20C4D0249}" dt="2024-09-29T06:39:11.284" v="315" actId="14100"/>
          <ac:cxnSpMkLst>
            <pc:docMk/>
            <pc:sldMk cId="579544909" sldId="266"/>
            <ac:cxnSpMk id="15" creationId="{43C99D5C-B07E-69DB-A300-E5E175A8078E}"/>
          </ac:cxnSpMkLst>
        </pc:cxnChg>
      </pc:sldChg>
      <pc:sldChg chg="modSp add del mod">
        <pc:chgData name="Nandini soni" userId="c36e45faac3b5262" providerId="LiveId" clId="{93F356C9-F711-47AA-A1E5-45B20C4D0249}" dt="2024-09-29T08:40:29.040" v="919" actId="2696"/>
        <pc:sldMkLst>
          <pc:docMk/>
          <pc:sldMk cId="861980512" sldId="267"/>
        </pc:sldMkLst>
        <pc:spChg chg="mod">
          <ac:chgData name="Nandini soni" userId="c36e45faac3b5262" providerId="LiveId" clId="{93F356C9-F711-47AA-A1E5-45B20C4D0249}" dt="2024-09-29T06:25:02.688" v="42" actId="1076"/>
          <ac:spMkLst>
            <pc:docMk/>
            <pc:sldMk cId="861980512" sldId="267"/>
            <ac:spMk id="2" creationId="{11DE6BD5-466D-F4FE-02A6-91579CF22B67}"/>
          </ac:spMkLst>
        </pc:spChg>
      </pc:sldChg>
      <pc:sldChg chg="modSp new del mod">
        <pc:chgData name="Nandini soni" userId="c36e45faac3b5262" providerId="LiveId" clId="{93F356C9-F711-47AA-A1E5-45B20C4D0249}" dt="2024-09-29T06:39:32.183" v="316" actId="2696"/>
        <pc:sldMkLst>
          <pc:docMk/>
          <pc:sldMk cId="391335472" sldId="268"/>
        </pc:sldMkLst>
        <pc:spChg chg="mod">
          <ac:chgData name="Nandini soni" userId="c36e45faac3b5262" providerId="LiveId" clId="{93F356C9-F711-47AA-A1E5-45B20C4D0249}" dt="2024-09-29T06:32:24.786" v="236"/>
          <ac:spMkLst>
            <pc:docMk/>
            <pc:sldMk cId="391335472" sldId="268"/>
            <ac:spMk id="3" creationId="{F92B2E97-ADE5-DC37-5815-4A06394BA00A}"/>
          </ac:spMkLst>
        </pc:spChg>
      </pc:sldChg>
      <pc:sldChg chg="add del setBg">
        <pc:chgData name="Nandini soni" userId="c36e45faac3b5262" providerId="LiveId" clId="{93F356C9-F711-47AA-A1E5-45B20C4D0249}" dt="2024-09-29T07:55:06.940" v="397"/>
        <pc:sldMkLst>
          <pc:docMk/>
          <pc:sldMk cId="2853485070" sldId="268"/>
        </pc:sldMkLst>
      </pc:sldChg>
      <pc:sldChg chg="modSp add del mod">
        <pc:chgData name="Nandini soni" userId="c36e45faac3b5262" providerId="LiveId" clId="{93F356C9-F711-47AA-A1E5-45B20C4D0249}" dt="2024-09-29T07:52:23.373" v="373" actId="2696"/>
        <pc:sldMkLst>
          <pc:docMk/>
          <pc:sldMk cId="2876316071" sldId="268"/>
        </pc:sldMkLst>
        <pc:spChg chg="mod">
          <ac:chgData name="Nandini soni" userId="c36e45faac3b5262" providerId="LiveId" clId="{93F356C9-F711-47AA-A1E5-45B20C4D0249}" dt="2024-09-29T06:44:10.226" v="331" actId="21"/>
          <ac:spMkLst>
            <pc:docMk/>
            <pc:sldMk cId="2876316071" sldId="268"/>
            <ac:spMk id="2" creationId="{11DE6BD5-466D-F4FE-02A6-91579CF22B67}"/>
          </ac:spMkLst>
        </pc:spChg>
      </pc:sldChg>
      <pc:sldChg chg="add del setBg">
        <pc:chgData name="Nandini soni" userId="c36e45faac3b5262" providerId="LiveId" clId="{93F356C9-F711-47AA-A1E5-45B20C4D0249}" dt="2024-09-29T07:55:01.114" v="395"/>
        <pc:sldMkLst>
          <pc:docMk/>
          <pc:sldMk cId="4046526306" sldId="268"/>
        </pc:sldMkLst>
      </pc:sldChg>
      <pc:sldChg chg="addSp delSp modSp new del mod">
        <pc:chgData name="Nandini soni" userId="c36e45faac3b5262" providerId="LiveId" clId="{93F356C9-F711-47AA-A1E5-45B20C4D0249}" dt="2024-09-29T09:08:59.682" v="1190" actId="2696"/>
        <pc:sldMkLst>
          <pc:docMk/>
          <pc:sldMk cId="1571488337" sldId="269"/>
        </pc:sldMkLst>
        <pc:spChg chg="mod">
          <ac:chgData name="Nandini soni" userId="c36e45faac3b5262" providerId="LiveId" clId="{93F356C9-F711-47AA-A1E5-45B20C4D0249}" dt="2024-09-29T08:46:04.444" v="928" actId="1076"/>
          <ac:spMkLst>
            <pc:docMk/>
            <pc:sldMk cId="1571488337" sldId="269"/>
            <ac:spMk id="2" creationId="{12C543DC-82E3-4666-E254-3B276D106B24}"/>
          </ac:spMkLst>
        </pc:spChg>
        <pc:spChg chg="mod">
          <ac:chgData name="Nandini soni" userId="c36e45faac3b5262" providerId="LiveId" clId="{93F356C9-F711-47AA-A1E5-45B20C4D0249}" dt="2024-09-29T08:46:00.615" v="927" actId="1076"/>
          <ac:spMkLst>
            <pc:docMk/>
            <pc:sldMk cId="1571488337" sldId="269"/>
            <ac:spMk id="3" creationId="{65B479C8-6769-5277-2D3A-478D25BF051D}"/>
          </ac:spMkLst>
        </pc:spChg>
        <pc:spChg chg="add">
          <ac:chgData name="Nandini soni" userId="c36e45faac3b5262" providerId="LiveId" clId="{93F356C9-F711-47AA-A1E5-45B20C4D0249}" dt="2024-09-29T06:44:50.643" v="337"/>
          <ac:spMkLst>
            <pc:docMk/>
            <pc:sldMk cId="1571488337" sldId="269"/>
            <ac:spMk id="4" creationId="{D7E998A2-7580-B4EC-C53A-6E6840A1F09F}"/>
          </ac:spMkLst>
        </pc:spChg>
        <pc:spChg chg="add">
          <ac:chgData name="Nandini soni" userId="c36e45faac3b5262" providerId="LiveId" clId="{93F356C9-F711-47AA-A1E5-45B20C4D0249}" dt="2024-09-29T06:44:59.748" v="339"/>
          <ac:spMkLst>
            <pc:docMk/>
            <pc:sldMk cId="1571488337" sldId="269"/>
            <ac:spMk id="5" creationId="{B0D0F9A6-B4B7-284F-6BEE-11BCFE7D5148}"/>
          </ac:spMkLst>
        </pc:spChg>
        <pc:spChg chg="add del mod">
          <ac:chgData name="Nandini soni" userId="c36e45faac3b5262" providerId="LiveId" clId="{93F356C9-F711-47AA-A1E5-45B20C4D0249}" dt="2024-09-29T06:46:29.817" v="366"/>
          <ac:spMkLst>
            <pc:docMk/>
            <pc:sldMk cId="1571488337" sldId="269"/>
            <ac:spMk id="6" creationId="{11F8B2D0-2C0A-FDDA-4604-6F6D597EE966}"/>
          </ac:spMkLst>
        </pc:spChg>
      </pc:sldChg>
      <pc:sldChg chg="modSp new del mod">
        <pc:chgData name="Nandini soni" userId="c36e45faac3b5262" providerId="LiveId" clId="{93F356C9-F711-47AA-A1E5-45B20C4D0249}" dt="2024-09-29T08:00:21.535" v="428" actId="2696"/>
        <pc:sldMkLst>
          <pc:docMk/>
          <pc:sldMk cId="3691148888" sldId="270"/>
        </pc:sldMkLst>
        <pc:spChg chg="mod">
          <ac:chgData name="Nandini soni" userId="c36e45faac3b5262" providerId="LiveId" clId="{93F356C9-F711-47AA-A1E5-45B20C4D0249}" dt="2024-09-29T07:58:43.132" v="419" actId="2711"/>
          <ac:spMkLst>
            <pc:docMk/>
            <pc:sldMk cId="3691148888" sldId="270"/>
            <ac:spMk id="2" creationId="{BE3FFB97-68A7-6633-6F3D-D7ED57CB4276}"/>
          </ac:spMkLst>
        </pc:spChg>
        <pc:spChg chg="mod">
          <ac:chgData name="Nandini soni" userId="c36e45faac3b5262" providerId="LiveId" clId="{93F356C9-F711-47AA-A1E5-45B20C4D0249}" dt="2024-09-29T07:59:06.315" v="426" actId="12"/>
          <ac:spMkLst>
            <pc:docMk/>
            <pc:sldMk cId="3691148888" sldId="270"/>
            <ac:spMk id="3" creationId="{7024A851-DCAC-D26E-564D-8D6AAB150877}"/>
          </ac:spMkLst>
        </pc:spChg>
      </pc:sldChg>
      <pc:sldChg chg="addSp modSp new add del mod ord">
        <pc:chgData name="Nandini soni" userId="c36e45faac3b5262" providerId="LiveId" clId="{93F356C9-F711-47AA-A1E5-45B20C4D0249}" dt="2024-09-29T08:51:34.008" v="1051" actId="2696"/>
        <pc:sldMkLst>
          <pc:docMk/>
          <pc:sldMk cId="3742515703" sldId="270"/>
        </pc:sldMkLst>
        <pc:spChg chg="mod">
          <ac:chgData name="Nandini soni" userId="c36e45faac3b5262" providerId="LiveId" clId="{93F356C9-F711-47AA-A1E5-45B20C4D0249}" dt="2024-09-29T08:51:25.943" v="1049" actId="21"/>
          <ac:spMkLst>
            <pc:docMk/>
            <pc:sldMk cId="3742515703" sldId="270"/>
            <ac:spMk id="2" creationId="{4CB7027B-B523-5DCC-73E7-18CCCEBFD9DC}"/>
          </ac:spMkLst>
        </pc:spChg>
        <pc:spChg chg="add mod">
          <ac:chgData name="Nandini soni" userId="c36e45faac3b5262" providerId="LiveId" clId="{93F356C9-F711-47AA-A1E5-45B20C4D0249}" dt="2024-09-29T08:49:07.155" v="1024" actId="767"/>
          <ac:spMkLst>
            <pc:docMk/>
            <pc:sldMk cId="3742515703" sldId="270"/>
            <ac:spMk id="3" creationId="{50E1C637-C607-3BB1-FC5D-6AF67E435F70}"/>
          </ac:spMkLst>
        </pc:spChg>
      </pc:sldChg>
      <pc:sldChg chg="new del">
        <pc:chgData name="Nandini soni" userId="c36e45faac3b5262" providerId="LiveId" clId="{93F356C9-F711-47AA-A1E5-45B20C4D0249}" dt="2024-09-29T08:00:23.964" v="429" actId="2696"/>
        <pc:sldMkLst>
          <pc:docMk/>
          <pc:sldMk cId="1559925292" sldId="271"/>
        </pc:sldMkLst>
      </pc:sldChg>
      <pc:sldChg chg="modSp new mod ord">
        <pc:chgData name="Nandini soni" userId="c36e45faac3b5262" providerId="LiveId" clId="{93F356C9-F711-47AA-A1E5-45B20C4D0249}" dt="2024-09-29T09:01:03.244" v="1109" actId="2711"/>
        <pc:sldMkLst>
          <pc:docMk/>
          <pc:sldMk cId="3026722047" sldId="271"/>
        </pc:sldMkLst>
        <pc:spChg chg="mod">
          <ac:chgData name="Nandini soni" userId="c36e45faac3b5262" providerId="LiveId" clId="{93F356C9-F711-47AA-A1E5-45B20C4D0249}" dt="2024-09-29T09:01:03.244" v="1109" actId="2711"/>
          <ac:spMkLst>
            <pc:docMk/>
            <pc:sldMk cId="3026722047" sldId="271"/>
            <ac:spMk id="2" creationId="{C6CBC940-8BA8-FEFA-F632-8E7275B02004}"/>
          </ac:spMkLst>
        </pc:spChg>
        <pc:spChg chg="mod">
          <ac:chgData name="Nandini soni" userId="c36e45faac3b5262" providerId="LiveId" clId="{93F356C9-F711-47AA-A1E5-45B20C4D0249}" dt="2024-09-29T09:00:59.441" v="1108" actId="2711"/>
          <ac:spMkLst>
            <pc:docMk/>
            <pc:sldMk cId="3026722047" sldId="271"/>
            <ac:spMk id="3" creationId="{90FEC66C-05EB-AD9D-2F36-48203F592E19}"/>
          </ac:spMkLst>
        </pc:spChg>
      </pc:sldChg>
      <pc:sldChg chg="new del">
        <pc:chgData name="Nandini soni" userId="c36e45faac3b5262" providerId="LiveId" clId="{93F356C9-F711-47AA-A1E5-45B20C4D0249}" dt="2024-09-29T08:10:19.249" v="557" actId="2696"/>
        <pc:sldMkLst>
          <pc:docMk/>
          <pc:sldMk cId="1674968158" sldId="272"/>
        </pc:sldMkLst>
      </pc:sldChg>
      <pc:sldChg chg="addSp delSp modSp new mod">
        <pc:chgData name="Nandini soni" userId="c36e45faac3b5262" providerId="LiveId" clId="{93F356C9-F711-47AA-A1E5-45B20C4D0249}" dt="2024-09-29T09:31:21.203" v="1414" actId="208"/>
        <pc:sldMkLst>
          <pc:docMk/>
          <pc:sldMk cId="1858203383" sldId="272"/>
        </pc:sldMkLst>
        <pc:spChg chg="add del mod">
          <ac:chgData name="Nandini soni" userId="c36e45faac3b5262" providerId="LiveId" clId="{93F356C9-F711-47AA-A1E5-45B20C4D0249}" dt="2024-09-29T08:11:35.731" v="577" actId="21"/>
          <ac:spMkLst>
            <pc:docMk/>
            <pc:sldMk cId="1858203383" sldId="272"/>
            <ac:spMk id="2" creationId="{48852337-8C3E-A9A8-749B-194F8EE9709E}"/>
          </ac:spMkLst>
        </pc:spChg>
        <pc:spChg chg="add del mod">
          <ac:chgData name="Nandini soni" userId="c36e45faac3b5262" providerId="LiveId" clId="{93F356C9-F711-47AA-A1E5-45B20C4D0249}" dt="2024-09-29T08:17:05.906" v="617" actId="12"/>
          <ac:spMkLst>
            <pc:docMk/>
            <pc:sldMk cId="1858203383" sldId="272"/>
            <ac:spMk id="3" creationId="{F3BA049C-5577-6C82-AA61-7B23A64F824B}"/>
          </ac:spMkLst>
        </pc:spChg>
        <pc:spChg chg="add del mod">
          <ac:chgData name="Nandini soni" userId="c36e45faac3b5262" providerId="LiveId" clId="{93F356C9-F711-47AA-A1E5-45B20C4D0249}" dt="2024-09-29T08:11:28.822" v="573" actId="21"/>
          <ac:spMkLst>
            <pc:docMk/>
            <pc:sldMk cId="1858203383" sldId="272"/>
            <ac:spMk id="7" creationId="{48852337-8C3E-A9A8-749B-194F8EE9709E}"/>
          </ac:spMkLst>
        </pc:spChg>
        <pc:spChg chg="add mod">
          <ac:chgData name="Nandini soni" userId="c36e45faac3b5262" providerId="LiveId" clId="{93F356C9-F711-47AA-A1E5-45B20C4D0249}" dt="2024-09-29T09:31:21.203" v="1414" actId="208"/>
          <ac:spMkLst>
            <pc:docMk/>
            <pc:sldMk cId="1858203383" sldId="272"/>
            <ac:spMk id="8" creationId="{A9DEC0DD-FDDD-A9D3-4847-398CD410E664}"/>
          </ac:spMkLst>
        </pc:spChg>
        <pc:picChg chg="add mod">
          <ac:chgData name="Nandini soni" userId="c36e45faac3b5262" providerId="LiveId" clId="{93F356C9-F711-47AA-A1E5-45B20C4D0249}" dt="2024-09-29T08:10:38.534" v="563"/>
          <ac:picMkLst>
            <pc:docMk/>
            <pc:sldMk cId="1858203383" sldId="272"/>
            <ac:picMk id="4" creationId="{974E842B-4FE7-71C1-0CED-DC87457939FC}"/>
          </ac:picMkLst>
        </pc:picChg>
        <pc:picChg chg="add mod">
          <ac:chgData name="Nandini soni" userId="c36e45faac3b5262" providerId="LiveId" clId="{93F356C9-F711-47AA-A1E5-45B20C4D0249}" dt="2024-09-29T08:10:40.560" v="564"/>
          <ac:picMkLst>
            <pc:docMk/>
            <pc:sldMk cId="1858203383" sldId="272"/>
            <ac:picMk id="5" creationId="{867B28F0-6E61-5A09-6322-A917F6400064}"/>
          </ac:picMkLst>
        </pc:picChg>
        <pc:picChg chg="add del mod">
          <ac:chgData name="Nandini soni" userId="c36e45faac3b5262" providerId="LiveId" clId="{93F356C9-F711-47AA-A1E5-45B20C4D0249}" dt="2024-09-29T08:11:43.409" v="579" actId="1076"/>
          <ac:picMkLst>
            <pc:docMk/>
            <pc:sldMk cId="1858203383" sldId="272"/>
            <ac:picMk id="6" creationId="{089F1667-68C4-D41A-5714-16E3D2A02061}"/>
          </ac:picMkLst>
        </pc:picChg>
        <pc:picChg chg="add">
          <ac:chgData name="Nandini soni" userId="c36e45faac3b5262" providerId="LiveId" clId="{93F356C9-F711-47AA-A1E5-45B20C4D0249}" dt="2024-09-29T08:14:18.100" v="602"/>
          <ac:picMkLst>
            <pc:docMk/>
            <pc:sldMk cId="1858203383" sldId="272"/>
            <ac:picMk id="9" creationId="{95CDD632-608D-B2AE-F648-91DD44FC06CF}"/>
          </ac:picMkLst>
        </pc:picChg>
      </pc:sldChg>
      <pc:sldChg chg="addSp delSp modSp new mod">
        <pc:chgData name="Nandini soni" userId="c36e45faac3b5262" providerId="LiveId" clId="{93F356C9-F711-47AA-A1E5-45B20C4D0249}" dt="2024-09-29T09:05:44.443" v="1145" actId="2711"/>
        <pc:sldMkLst>
          <pc:docMk/>
          <pc:sldMk cId="3217048164" sldId="273"/>
        </pc:sldMkLst>
        <pc:spChg chg="del">
          <ac:chgData name="Nandini soni" userId="c36e45faac3b5262" providerId="LiveId" clId="{93F356C9-F711-47AA-A1E5-45B20C4D0249}" dt="2024-09-29T08:17:22.833" v="619" actId="21"/>
          <ac:spMkLst>
            <pc:docMk/>
            <pc:sldMk cId="3217048164" sldId="273"/>
            <ac:spMk id="2" creationId="{B86A92CB-461D-0797-DBA9-EF36F4F05892}"/>
          </ac:spMkLst>
        </pc:spChg>
        <pc:spChg chg="mod">
          <ac:chgData name="Nandini soni" userId="c36e45faac3b5262" providerId="LiveId" clId="{93F356C9-F711-47AA-A1E5-45B20C4D0249}" dt="2024-09-29T09:05:39.181" v="1144" actId="2711"/>
          <ac:spMkLst>
            <pc:docMk/>
            <pc:sldMk cId="3217048164" sldId="273"/>
            <ac:spMk id="3" creationId="{0FB8FDBE-38DC-C2C7-5AAB-170DBF140712}"/>
          </ac:spMkLst>
        </pc:spChg>
        <pc:spChg chg="add mod">
          <ac:chgData name="Nandini soni" userId="c36e45faac3b5262" providerId="LiveId" clId="{93F356C9-F711-47AA-A1E5-45B20C4D0249}" dt="2024-09-29T09:05:44.443" v="1145" actId="2711"/>
          <ac:spMkLst>
            <pc:docMk/>
            <pc:sldMk cId="3217048164" sldId="273"/>
            <ac:spMk id="5" creationId="{DDF6337E-38A3-E475-D2C0-D10BAB1AC8E8}"/>
          </ac:spMkLst>
        </pc:spChg>
        <pc:picChg chg="add mod">
          <ac:chgData name="Nandini soni" userId="c36e45faac3b5262" providerId="LiveId" clId="{93F356C9-F711-47AA-A1E5-45B20C4D0249}" dt="2024-09-29T08:17:40.329" v="623" actId="1076"/>
          <ac:picMkLst>
            <pc:docMk/>
            <pc:sldMk cId="3217048164" sldId="273"/>
            <ac:picMk id="4" creationId="{1504C481-6465-84FE-CC59-1C43BF42D4B4}"/>
          </ac:picMkLst>
        </pc:picChg>
      </pc:sldChg>
      <pc:sldChg chg="addSp delSp modSp new mod">
        <pc:chgData name="Nandini soni" userId="c36e45faac3b5262" providerId="LiveId" clId="{93F356C9-F711-47AA-A1E5-45B20C4D0249}" dt="2024-09-29T09:05:31.822" v="1143" actId="2711"/>
        <pc:sldMkLst>
          <pc:docMk/>
          <pc:sldMk cId="219166288" sldId="274"/>
        </pc:sldMkLst>
        <pc:spChg chg="del">
          <ac:chgData name="Nandini soni" userId="c36e45faac3b5262" providerId="LiveId" clId="{93F356C9-F711-47AA-A1E5-45B20C4D0249}" dt="2024-09-29T08:27:13.523" v="819" actId="21"/>
          <ac:spMkLst>
            <pc:docMk/>
            <pc:sldMk cId="219166288" sldId="274"/>
            <ac:spMk id="2" creationId="{30119FE0-52C8-70AB-7C22-3831FB900572}"/>
          </ac:spMkLst>
        </pc:spChg>
        <pc:spChg chg="mod">
          <ac:chgData name="Nandini soni" userId="c36e45faac3b5262" providerId="LiveId" clId="{93F356C9-F711-47AA-A1E5-45B20C4D0249}" dt="2024-09-29T09:05:25.190" v="1142" actId="2711"/>
          <ac:spMkLst>
            <pc:docMk/>
            <pc:sldMk cId="219166288" sldId="274"/>
            <ac:spMk id="3" creationId="{2BFD2699-F7B8-0C95-BEF1-AC94525B11B3}"/>
          </ac:spMkLst>
        </pc:spChg>
        <pc:spChg chg="add mod">
          <ac:chgData name="Nandini soni" userId="c36e45faac3b5262" providerId="LiveId" clId="{93F356C9-F711-47AA-A1E5-45B20C4D0249}" dt="2024-09-29T09:05:31.822" v="1143" actId="2711"/>
          <ac:spMkLst>
            <pc:docMk/>
            <pc:sldMk cId="219166288" sldId="274"/>
            <ac:spMk id="8" creationId="{64B80351-CEAA-4DDD-0FB0-02E53D712FAA}"/>
          </ac:spMkLst>
        </pc:spChg>
        <pc:picChg chg="add del mod">
          <ac:chgData name="Nandini soni" userId="c36e45faac3b5262" providerId="LiveId" clId="{93F356C9-F711-47AA-A1E5-45B20C4D0249}" dt="2024-09-29T08:27:50.828" v="823" actId="21"/>
          <ac:picMkLst>
            <pc:docMk/>
            <pc:sldMk cId="219166288" sldId="274"/>
            <ac:picMk id="5" creationId="{0FCA0304-1A49-AA5E-F149-4C043FC5C8B2}"/>
          </ac:picMkLst>
        </pc:picChg>
        <pc:picChg chg="add mod">
          <ac:chgData name="Nandini soni" userId="c36e45faac3b5262" providerId="LiveId" clId="{93F356C9-F711-47AA-A1E5-45B20C4D0249}" dt="2024-09-29T08:28:25.119" v="829" actId="14100"/>
          <ac:picMkLst>
            <pc:docMk/>
            <pc:sldMk cId="219166288" sldId="274"/>
            <ac:picMk id="7" creationId="{D48F673A-08B8-4D5E-8E34-537576A2CADF}"/>
          </ac:picMkLst>
        </pc:picChg>
      </pc:sldChg>
      <pc:sldChg chg="addSp delSp modSp new mod">
        <pc:chgData name="Nandini soni" userId="c36e45faac3b5262" providerId="LiveId" clId="{93F356C9-F711-47AA-A1E5-45B20C4D0249}" dt="2024-09-29T09:05:02.943" v="1141" actId="2711"/>
        <pc:sldMkLst>
          <pc:docMk/>
          <pc:sldMk cId="2462127326" sldId="275"/>
        </pc:sldMkLst>
        <pc:spChg chg="del">
          <ac:chgData name="Nandini soni" userId="c36e45faac3b5262" providerId="LiveId" clId="{93F356C9-F711-47AA-A1E5-45B20C4D0249}" dt="2024-09-29T08:36:34.956" v="869" actId="21"/>
          <ac:spMkLst>
            <pc:docMk/>
            <pc:sldMk cId="2462127326" sldId="275"/>
            <ac:spMk id="2" creationId="{271867EC-606E-D48D-A996-A638EA5B2E11}"/>
          </ac:spMkLst>
        </pc:spChg>
        <pc:spChg chg="add del mod">
          <ac:chgData name="Nandini soni" userId="c36e45faac3b5262" providerId="LiveId" clId="{93F356C9-F711-47AA-A1E5-45B20C4D0249}" dt="2024-09-29T09:01:10.250" v="1110" actId="2711"/>
          <ac:spMkLst>
            <pc:docMk/>
            <pc:sldMk cId="2462127326" sldId="275"/>
            <ac:spMk id="3" creationId="{E72940F8-99D8-7082-EF13-A59171BF54A6}"/>
          </ac:spMkLst>
        </pc:spChg>
        <pc:spChg chg="add mod">
          <ac:chgData name="Nandini soni" userId="c36e45faac3b5262" providerId="LiveId" clId="{93F356C9-F711-47AA-A1E5-45B20C4D0249}" dt="2024-09-29T09:05:02.943" v="1141" actId="2711"/>
          <ac:spMkLst>
            <pc:docMk/>
            <pc:sldMk cId="2462127326" sldId="275"/>
            <ac:spMk id="6" creationId="{CC98C478-D20A-1DF8-AF55-90081582C2CF}"/>
          </ac:spMkLst>
        </pc:spChg>
        <pc:picChg chg="add mod">
          <ac:chgData name="Nandini soni" userId="c36e45faac3b5262" providerId="LiveId" clId="{93F356C9-F711-47AA-A1E5-45B20C4D0249}" dt="2024-09-29T08:37:14.594" v="882" actId="14100"/>
          <ac:picMkLst>
            <pc:docMk/>
            <pc:sldMk cId="2462127326" sldId="275"/>
            <ac:picMk id="4" creationId="{967C0DB8-9B93-936A-58E1-2B9EEB484EDB}"/>
          </ac:picMkLst>
        </pc:picChg>
        <pc:picChg chg="add mod">
          <ac:chgData name="Nandini soni" userId="c36e45faac3b5262" providerId="LiveId" clId="{93F356C9-F711-47AA-A1E5-45B20C4D0249}" dt="2024-09-29T08:37:17.809" v="884"/>
          <ac:picMkLst>
            <pc:docMk/>
            <pc:sldMk cId="2462127326" sldId="275"/>
            <ac:picMk id="5" creationId="{7E288612-2D0B-D457-C3E5-69EDCF8665FD}"/>
          </ac:picMkLst>
        </pc:picChg>
      </pc:sldChg>
      <pc:sldChg chg="modSp add mod">
        <pc:chgData name="Nandini soni" userId="c36e45faac3b5262" providerId="LiveId" clId="{93F356C9-F711-47AA-A1E5-45B20C4D0249}" dt="2024-09-29T09:07:33.988" v="1166" actId="1076"/>
        <pc:sldMkLst>
          <pc:docMk/>
          <pc:sldMk cId="877767616" sldId="276"/>
        </pc:sldMkLst>
        <pc:spChg chg="mod">
          <ac:chgData name="Nandini soni" userId="c36e45faac3b5262" providerId="LiveId" clId="{93F356C9-F711-47AA-A1E5-45B20C4D0249}" dt="2024-09-29T09:07:29.979" v="1165" actId="1076"/>
          <ac:spMkLst>
            <pc:docMk/>
            <pc:sldMk cId="877767616" sldId="276"/>
            <ac:spMk id="2" creationId="{12C543DC-82E3-4666-E254-3B276D106B24}"/>
          </ac:spMkLst>
        </pc:spChg>
        <pc:spChg chg="mod">
          <ac:chgData name="Nandini soni" userId="c36e45faac3b5262" providerId="LiveId" clId="{93F356C9-F711-47AA-A1E5-45B20C4D0249}" dt="2024-09-29T09:07:33.988" v="1166" actId="1076"/>
          <ac:spMkLst>
            <pc:docMk/>
            <pc:sldMk cId="877767616" sldId="276"/>
            <ac:spMk id="3" creationId="{65B479C8-6769-5277-2D3A-478D25BF051D}"/>
          </ac:spMkLst>
        </pc:spChg>
      </pc:sldChg>
      <pc:sldChg chg="modSp new mod">
        <pc:chgData name="Nandini soni" userId="c36e45faac3b5262" providerId="LiveId" clId="{93F356C9-F711-47AA-A1E5-45B20C4D0249}" dt="2024-09-29T09:31:01.916" v="1413" actId="207"/>
        <pc:sldMkLst>
          <pc:docMk/>
          <pc:sldMk cId="3117819299" sldId="277"/>
        </pc:sldMkLst>
        <pc:spChg chg="mod">
          <ac:chgData name="Nandini soni" userId="c36e45faac3b5262" providerId="LiveId" clId="{93F356C9-F711-47AA-A1E5-45B20C4D0249}" dt="2024-09-29T09:29:50.915" v="1406" actId="1076"/>
          <ac:spMkLst>
            <pc:docMk/>
            <pc:sldMk cId="3117819299" sldId="277"/>
            <ac:spMk id="2" creationId="{D9042E16-E66B-E0A0-3A8E-086908E1FB8C}"/>
          </ac:spMkLst>
        </pc:spChg>
        <pc:spChg chg="mod">
          <ac:chgData name="Nandini soni" userId="c36e45faac3b5262" providerId="LiveId" clId="{93F356C9-F711-47AA-A1E5-45B20C4D0249}" dt="2024-09-29T09:31:01.916" v="1413" actId="207"/>
          <ac:spMkLst>
            <pc:docMk/>
            <pc:sldMk cId="3117819299" sldId="277"/>
            <ac:spMk id="3" creationId="{407B76DE-1BAB-EE52-5D3E-387E7FA25888}"/>
          </ac:spMkLst>
        </pc:spChg>
      </pc:sldChg>
      <pc:sldChg chg="modSp new mod">
        <pc:chgData name="Nandini soni" userId="c36e45faac3b5262" providerId="LiveId" clId="{93F356C9-F711-47AA-A1E5-45B20C4D0249}" dt="2024-09-29T09:09:50.460" v="1192" actId="1076"/>
        <pc:sldMkLst>
          <pc:docMk/>
          <pc:sldMk cId="2775488835" sldId="278"/>
        </pc:sldMkLst>
        <pc:spChg chg="mod">
          <ac:chgData name="Nandini soni" userId="c36e45faac3b5262" providerId="LiveId" clId="{93F356C9-F711-47AA-A1E5-45B20C4D0249}" dt="2024-09-29T09:09:50.460" v="1192" actId="1076"/>
          <ac:spMkLst>
            <pc:docMk/>
            <pc:sldMk cId="2775488835" sldId="278"/>
            <ac:spMk id="2" creationId="{25F4B3AF-8856-D2DA-978A-E1C8977770FB}"/>
          </ac:spMkLst>
        </pc:spChg>
        <pc:spChg chg="mod">
          <ac:chgData name="Nandini soni" userId="c36e45faac3b5262" providerId="LiveId" clId="{93F356C9-F711-47AA-A1E5-45B20C4D0249}" dt="2024-09-29T09:00:53.041" v="1107" actId="2711"/>
          <ac:spMkLst>
            <pc:docMk/>
            <pc:sldMk cId="2775488835" sldId="278"/>
            <ac:spMk id="3" creationId="{3AECBFC3-CB28-7791-187E-E70DE4F2DEC2}"/>
          </ac:spMkLst>
        </pc:spChg>
      </pc:sldChg>
      <pc:sldChg chg="addSp delSp modSp new mod">
        <pc:chgData name="Nandini soni" userId="c36e45faac3b5262" providerId="LiveId" clId="{93F356C9-F711-47AA-A1E5-45B20C4D0249}" dt="2024-09-29T09:09:18.535" v="1191" actId="113"/>
        <pc:sldMkLst>
          <pc:docMk/>
          <pc:sldMk cId="3606187274" sldId="279"/>
        </pc:sldMkLst>
        <pc:spChg chg="mod">
          <ac:chgData name="Nandini soni" userId="c36e45faac3b5262" providerId="LiveId" clId="{93F356C9-F711-47AA-A1E5-45B20C4D0249}" dt="2024-09-29T09:09:18.535" v="1191" actId="113"/>
          <ac:spMkLst>
            <pc:docMk/>
            <pc:sldMk cId="3606187274" sldId="279"/>
            <ac:spMk id="2" creationId="{5FCAEC74-B36A-5EE8-38E7-818ED71E8DAF}"/>
          </ac:spMkLst>
        </pc:spChg>
        <pc:spChg chg="add del mod">
          <ac:chgData name="Nandini soni" userId="c36e45faac3b5262" providerId="LiveId" clId="{93F356C9-F711-47AA-A1E5-45B20C4D0249}" dt="2024-09-29T09:01:38.399" v="1113"/>
          <ac:spMkLst>
            <pc:docMk/>
            <pc:sldMk cId="3606187274" sldId="279"/>
            <ac:spMk id="3" creationId="{257325F3-F636-8480-D44D-3E336B10501E}"/>
          </ac:spMkLst>
        </pc:spChg>
        <pc:spChg chg="add mod">
          <ac:chgData name="Nandini soni" userId="c36e45faac3b5262" providerId="LiveId" clId="{93F356C9-F711-47AA-A1E5-45B20C4D0249}" dt="2024-09-29T09:01:27.316" v="1112"/>
          <ac:spMkLst>
            <pc:docMk/>
            <pc:sldMk cId="3606187274" sldId="279"/>
            <ac:spMk id="4" creationId="{72D9D3FB-8145-B758-E56F-D9C71F4D7E67}"/>
          </ac:spMkLst>
        </pc:spChg>
        <pc:spChg chg="add mod">
          <ac:chgData name="Nandini soni" userId="c36e45faac3b5262" providerId="LiveId" clId="{93F356C9-F711-47AA-A1E5-45B20C4D0249}" dt="2024-09-29T09:02:56.686" v="1125" actId="1076"/>
          <ac:spMkLst>
            <pc:docMk/>
            <pc:sldMk cId="3606187274" sldId="279"/>
            <ac:spMk id="5" creationId="{DA80FCF8-BC3F-45DE-829A-8F5D4E84C1A9}"/>
          </ac:spMkLst>
        </pc:spChg>
      </pc:sldChg>
      <pc:sldChg chg="modSp new del mod ord">
        <pc:chgData name="Nandini soni" userId="c36e45faac3b5262" providerId="LiveId" clId="{93F356C9-F711-47AA-A1E5-45B20C4D0249}" dt="2024-09-29T09:12:50.478" v="1220" actId="2696"/>
        <pc:sldMkLst>
          <pc:docMk/>
          <pc:sldMk cId="984832703" sldId="280"/>
        </pc:sldMkLst>
        <pc:spChg chg="mod">
          <ac:chgData name="Nandini soni" userId="c36e45faac3b5262" providerId="LiveId" clId="{93F356C9-F711-47AA-A1E5-45B20C4D0249}" dt="2024-09-29T09:12:44.689" v="1218" actId="14100"/>
          <ac:spMkLst>
            <pc:docMk/>
            <pc:sldMk cId="984832703" sldId="280"/>
            <ac:spMk id="2" creationId="{297E3B8D-7939-8DAD-30FE-FD2E1ADC5170}"/>
          </ac:spMkLst>
        </pc:spChg>
      </pc:sldChg>
      <pc:sldChg chg="add del">
        <pc:chgData name="Nandini soni" userId="c36e45faac3b5262" providerId="LiveId" clId="{93F356C9-F711-47AA-A1E5-45B20C4D0249}" dt="2024-09-29T09:12:54.721" v="1222"/>
        <pc:sldMkLst>
          <pc:docMk/>
          <pc:sldMk cId="1834115604" sldId="280"/>
        </pc:sldMkLst>
      </pc:sldChg>
      <pc:sldChg chg="new del">
        <pc:chgData name="Nandini soni" userId="c36e45faac3b5262" providerId="LiveId" clId="{93F356C9-F711-47AA-A1E5-45B20C4D0249}" dt="2024-09-29T09:11:55.867" v="1209" actId="2696"/>
        <pc:sldMkLst>
          <pc:docMk/>
          <pc:sldMk cId="3707027345" sldId="280"/>
        </pc:sldMkLst>
      </pc:sldChg>
      <pc:sldChg chg="add del">
        <pc:chgData name="Nandini soni" userId="c36e45faac3b5262" providerId="LiveId" clId="{93F356C9-F711-47AA-A1E5-45B20C4D0249}" dt="2024-09-29T09:12:04.590" v="1212" actId="2696"/>
        <pc:sldMkLst>
          <pc:docMk/>
          <pc:sldMk cId="1099183940" sldId="281"/>
        </pc:sldMkLst>
      </pc:sldChg>
      <pc:sldChg chg="modSp new mod">
        <pc:chgData name="Nandini soni" userId="c36e45faac3b5262" providerId="LiveId" clId="{93F356C9-F711-47AA-A1E5-45B20C4D0249}" dt="2024-09-29T09:23:24.919" v="1281" actId="2711"/>
        <pc:sldMkLst>
          <pc:docMk/>
          <pc:sldMk cId="4090366304" sldId="281"/>
        </pc:sldMkLst>
        <pc:spChg chg="mod">
          <ac:chgData name="Nandini soni" userId="c36e45faac3b5262" providerId="LiveId" clId="{93F356C9-F711-47AA-A1E5-45B20C4D0249}" dt="2024-09-29T09:23:24.919" v="1281" actId="2711"/>
          <ac:spMkLst>
            <pc:docMk/>
            <pc:sldMk cId="4090366304" sldId="281"/>
            <ac:spMk id="2" creationId="{9C8EFD35-B300-1810-B00B-85DBA11C5CD5}"/>
          </ac:spMkLst>
        </pc:spChg>
        <pc:spChg chg="mod">
          <ac:chgData name="Nandini soni" userId="c36e45faac3b5262" providerId="LiveId" clId="{93F356C9-F711-47AA-A1E5-45B20C4D0249}" dt="2024-09-29T09:23:19.021" v="1280" actId="2711"/>
          <ac:spMkLst>
            <pc:docMk/>
            <pc:sldMk cId="4090366304" sldId="281"/>
            <ac:spMk id="3" creationId="{970FA093-D273-D124-60F1-82FA3305DBDE}"/>
          </ac:spMkLst>
        </pc:spChg>
      </pc:sldChg>
      <pc:sldChg chg="modSp new mod">
        <pc:chgData name="Nandini soni" userId="c36e45faac3b5262" providerId="LiveId" clId="{93F356C9-F711-47AA-A1E5-45B20C4D0249}" dt="2024-09-29T09:30:26.157" v="1411" actId="1076"/>
        <pc:sldMkLst>
          <pc:docMk/>
          <pc:sldMk cId="1466618341" sldId="282"/>
        </pc:sldMkLst>
        <pc:spChg chg="mod">
          <ac:chgData name="Nandini soni" userId="c36e45faac3b5262" providerId="LiveId" clId="{93F356C9-F711-47AA-A1E5-45B20C4D0249}" dt="2024-09-29T09:29:15.817" v="1401" actId="1076"/>
          <ac:spMkLst>
            <pc:docMk/>
            <pc:sldMk cId="1466618341" sldId="282"/>
            <ac:spMk id="2" creationId="{2F15BE62-461D-70B6-F119-272793E8B075}"/>
          </ac:spMkLst>
        </pc:spChg>
        <pc:spChg chg="mod">
          <ac:chgData name="Nandini soni" userId="c36e45faac3b5262" providerId="LiveId" clId="{93F356C9-F711-47AA-A1E5-45B20C4D0249}" dt="2024-09-29T09:30:26.157" v="1411" actId="1076"/>
          <ac:spMkLst>
            <pc:docMk/>
            <pc:sldMk cId="1466618341" sldId="282"/>
            <ac:spMk id="3" creationId="{710C2AB3-3132-AB47-AA81-1813C236BDFF}"/>
          </ac:spMkLst>
        </pc:spChg>
      </pc:sldChg>
      <pc:sldMasterChg chg="setBg modSldLayout">
        <pc:chgData name="Nandini soni" userId="c36e45faac3b5262" providerId="LiveId" clId="{93F356C9-F711-47AA-A1E5-45B20C4D0249}" dt="2024-09-29T09:03:47.329" v="1130"/>
        <pc:sldMasterMkLst>
          <pc:docMk/>
          <pc:sldMasterMk cId="4011404967" sldId="2147483676"/>
        </pc:sldMasterMkLst>
        <pc:sldLayoutChg chg="setBg">
          <pc:chgData name="Nandini soni" userId="c36e45faac3b5262" providerId="LiveId" clId="{93F356C9-F711-47AA-A1E5-45B20C4D0249}" dt="2024-09-29T09:03:47.329" v="1130"/>
          <pc:sldLayoutMkLst>
            <pc:docMk/>
            <pc:sldMasterMk cId="4011404967" sldId="2147483676"/>
            <pc:sldLayoutMk cId="1565917541" sldId="2147483677"/>
          </pc:sldLayoutMkLst>
        </pc:sldLayoutChg>
        <pc:sldLayoutChg chg="setBg">
          <pc:chgData name="Nandini soni" userId="c36e45faac3b5262" providerId="LiveId" clId="{93F356C9-F711-47AA-A1E5-45B20C4D0249}" dt="2024-09-29T09:03:47.329" v="1130"/>
          <pc:sldLayoutMkLst>
            <pc:docMk/>
            <pc:sldMasterMk cId="4011404967" sldId="2147483676"/>
            <pc:sldLayoutMk cId="868831476" sldId="2147483678"/>
          </pc:sldLayoutMkLst>
        </pc:sldLayoutChg>
        <pc:sldLayoutChg chg="setBg">
          <pc:chgData name="Nandini soni" userId="c36e45faac3b5262" providerId="LiveId" clId="{93F356C9-F711-47AA-A1E5-45B20C4D0249}" dt="2024-09-29T09:03:47.329" v="1130"/>
          <pc:sldLayoutMkLst>
            <pc:docMk/>
            <pc:sldMasterMk cId="4011404967" sldId="2147483676"/>
            <pc:sldLayoutMk cId="1649198297" sldId="2147483679"/>
          </pc:sldLayoutMkLst>
        </pc:sldLayoutChg>
        <pc:sldLayoutChg chg="setBg">
          <pc:chgData name="Nandini soni" userId="c36e45faac3b5262" providerId="LiveId" clId="{93F356C9-F711-47AA-A1E5-45B20C4D0249}" dt="2024-09-29T09:03:47.329" v="1130"/>
          <pc:sldLayoutMkLst>
            <pc:docMk/>
            <pc:sldMasterMk cId="4011404967" sldId="2147483676"/>
            <pc:sldLayoutMk cId="3327827648" sldId="2147483680"/>
          </pc:sldLayoutMkLst>
        </pc:sldLayoutChg>
        <pc:sldLayoutChg chg="setBg">
          <pc:chgData name="Nandini soni" userId="c36e45faac3b5262" providerId="LiveId" clId="{93F356C9-F711-47AA-A1E5-45B20C4D0249}" dt="2024-09-29T09:03:47.329" v="1130"/>
          <pc:sldLayoutMkLst>
            <pc:docMk/>
            <pc:sldMasterMk cId="4011404967" sldId="2147483676"/>
            <pc:sldLayoutMk cId="1433913645" sldId="2147483681"/>
          </pc:sldLayoutMkLst>
        </pc:sldLayoutChg>
        <pc:sldLayoutChg chg="setBg">
          <pc:chgData name="Nandini soni" userId="c36e45faac3b5262" providerId="LiveId" clId="{93F356C9-F711-47AA-A1E5-45B20C4D0249}" dt="2024-09-29T09:03:47.329" v="1130"/>
          <pc:sldLayoutMkLst>
            <pc:docMk/>
            <pc:sldMasterMk cId="4011404967" sldId="2147483676"/>
            <pc:sldLayoutMk cId="60951689" sldId="2147483682"/>
          </pc:sldLayoutMkLst>
        </pc:sldLayoutChg>
        <pc:sldLayoutChg chg="setBg">
          <pc:chgData name="Nandini soni" userId="c36e45faac3b5262" providerId="LiveId" clId="{93F356C9-F711-47AA-A1E5-45B20C4D0249}" dt="2024-09-29T09:03:47.329" v="1130"/>
          <pc:sldLayoutMkLst>
            <pc:docMk/>
            <pc:sldMasterMk cId="4011404967" sldId="2147483676"/>
            <pc:sldLayoutMk cId="2840082466" sldId="2147483683"/>
          </pc:sldLayoutMkLst>
        </pc:sldLayoutChg>
        <pc:sldLayoutChg chg="setBg">
          <pc:chgData name="Nandini soni" userId="c36e45faac3b5262" providerId="LiveId" clId="{93F356C9-F711-47AA-A1E5-45B20C4D0249}" dt="2024-09-29T09:03:47.329" v="1130"/>
          <pc:sldLayoutMkLst>
            <pc:docMk/>
            <pc:sldMasterMk cId="4011404967" sldId="2147483676"/>
            <pc:sldLayoutMk cId="1184702629" sldId="2147483684"/>
          </pc:sldLayoutMkLst>
        </pc:sldLayoutChg>
        <pc:sldLayoutChg chg="setBg">
          <pc:chgData name="Nandini soni" userId="c36e45faac3b5262" providerId="LiveId" clId="{93F356C9-F711-47AA-A1E5-45B20C4D0249}" dt="2024-09-29T09:03:47.329" v="1130"/>
          <pc:sldLayoutMkLst>
            <pc:docMk/>
            <pc:sldMasterMk cId="4011404967" sldId="2147483676"/>
            <pc:sldLayoutMk cId="2270266371" sldId="2147483685"/>
          </pc:sldLayoutMkLst>
        </pc:sldLayoutChg>
        <pc:sldLayoutChg chg="setBg">
          <pc:chgData name="Nandini soni" userId="c36e45faac3b5262" providerId="LiveId" clId="{93F356C9-F711-47AA-A1E5-45B20C4D0249}" dt="2024-09-29T09:03:47.329" v="1130"/>
          <pc:sldLayoutMkLst>
            <pc:docMk/>
            <pc:sldMasterMk cId="4011404967" sldId="2147483676"/>
            <pc:sldLayoutMk cId="2061560063" sldId="2147483686"/>
          </pc:sldLayoutMkLst>
        </pc:sldLayoutChg>
        <pc:sldLayoutChg chg="setBg">
          <pc:chgData name="Nandini soni" userId="c36e45faac3b5262" providerId="LiveId" clId="{93F356C9-F711-47AA-A1E5-45B20C4D0249}" dt="2024-09-29T09:03:47.329" v="1130"/>
          <pc:sldLayoutMkLst>
            <pc:docMk/>
            <pc:sldMasterMk cId="4011404967" sldId="2147483676"/>
            <pc:sldLayoutMk cId="4057610526" sldId="2147483687"/>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837A1-854E-13C8-B813-5494455055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CFA83A6-A4D6-D000-1FCD-065B8CF9CE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002CAA0-2150-283F-88A0-F557F09C472E}"/>
              </a:ext>
            </a:extLst>
          </p:cNvPr>
          <p:cNvSpPr>
            <a:spLocks noGrp="1"/>
          </p:cNvSpPr>
          <p:nvPr>
            <p:ph type="dt" sz="half" idx="10"/>
          </p:nvPr>
        </p:nvSpPr>
        <p:spPr/>
        <p:txBody>
          <a:bodyPr/>
          <a:lstStyle/>
          <a:p>
            <a:fld id="{24D8E4DB-1224-43DD-BAD2-881778150D41}" type="datetimeFigureOut">
              <a:rPr lang="en-US" smtClean="0"/>
              <a:t>9/29/2024</a:t>
            </a:fld>
            <a:endParaRPr lang="en-US"/>
          </a:p>
        </p:txBody>
      </p:sp>
      <p:sp>
        <p:nvSpPr>
          <p:cNvPr id="5" name="Footer Placeholder 4">
            <a:extLst>
              <a:ext uri="{FF2B5EF4-FFF2-40B4-BE49-F238E27FC236}">
                <a16:creationId xmlns:a16="http://schemas.microsoft.com/office/drawing/2014/main" id="{BA0B7ED5-5130-F985-D18B-294B7042F7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74E641-5FA2-89B4-FB54-12E402FB3F64}"/>
              </a:ext>
            </a:extLst>
          </p:cNvPr>
          <p:cNvSpPr>
            <a:spLocks noGrp="1"/>
          </p:cNvSpPr>
          <p:nvPr>
            <p:ph type="sldNum" sz="quarter" idx="12"/>
          </p:nvPr>
        </p:nvSpPr>
        <p:spPr/>
        <p:txBody>
          <a:bodyPr/>
          <a:lstStyle/>
          <a:p>
            <a:fld id="{15E90EA2-FB40-42CF-B970-796D22FF1B34}" type="slidenum">
              <a:rPr lang="en-US" smtClean="0"/>
              <a:t>‹#›</a:t>
            </a:fld>
            <a:endParaRPr lang="en-US"/>
          </a:p>
        </p:txBody>
      </p:sp>
    </p:spTree>
    <p:extLst>
      <p:ext uri="{BB962C8B-B14F-4D97-AF65-F5344CB8AC3E}">
        <p14:creationId xmlns:p14="http://schemas.microsoft.com/office/powerpoint/2010/main" val="1565917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E537E-868F-F6D8-0B0D-18CBD87555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303D2-E8FA-E73A-EE08-03979C580A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B9D34C-7A34-177E-0D73-15CF10D12A51}"/>
              </a:ext>
            </a:extLst>
          </p:cNvPr>
          <p:cNvSpPr>
            <a:spLocks noGrp="1"/>
          </p:cNvSpPr>
          <p:nvPr>
            <p:ph type="dt" sz="half" idx="10"/>
          </p:nvPr>
        </p:nvSpPr>
        <p:spPr/>
        <p:txBody>
          <a:bodyPr/>
          <a:lstStyle/>
          <a:p>
            <a:fld id="{1537D07B-F539-4707-8FD0-3CD659C08DB0}" type="datetimeFigureOut">
              <a:rPr lang="en-US" smtClean="0"/>
              <a:t>9/29/2024</a:t>
            </a:fld>
            <a:endParaRPr lang="en-US"/>
          </a:p>
        </p:txBody>
      </p:sp>
      <p:sp>
        <p:nvSpPr>
          <p:cNvPr id="5" name="Footer Placeholder 4">
            <a:extLst>
              <a:ext uri="{FF2B5EF4-FFF2-40B4-BE49-F238E27FC236}">
                <a16:creationId xmlns:a16="http://schemas.microsoft.com/office/drawing/2014/main" id="{5395D409-0017-6273-F808-42A248FCC6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865C1F-CB82-3797-56F0-0548A3B530AF}"/>
              </a:ext>
            </a:extLst>
          </p:cNvPr>
          <p:cNvSpPr>
            <a:spLocks noGrp="1"/>
          </p:cNvSpPr>
          <p:nvPr>
            <p:ph type="sldNum" sz="quarter" idx="12"/>
          </p:nvPr>
        </p:nvSpPr>
        <p:spPr/>
        <p:txBody>
          <a:bodyPr/>
          <a:lstStyle/>
          <a:p>
            <a:fld id="{15E90EA2-FB40-42CF-B970-796D22FF1B34}" type="slidenum">
              <a:rPr lang="en-US" smtClean="0"/>
              <a:t>‹#›</a:t>
            </a:fld>
            <a:endParaRPr lang="en-US"/>
          </a:p>
        </p:txBody>
      </p:sp>
    </p:spTree>
    <p:extLst>
      <p:ext uri="{BB962C8B-B14F-4D97-AF65-F5344CB8AC3E}">
        <p14:creationId xmlns:p14="http://schemas.microsoft.com/office/powerpoint/2010/main" val="868831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E121E-843A-324C-9CC6-7AC0828922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8E6092-DCBF-0E6A-3EB1-FE34BD1734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7B4BC3-1E7D-BF04-0C7C-A36D2CCA16A5}"/>
              </a:ext>
            </a:extLst>
          </p:cNvPr>
          <p:cNvSpPr>
            <a:spLocks noGrp="1"/>
          </p:cNvSpPr>
          <p:nvPr>
            <p:ph type="dt" sz="half" idx="10"/>
          </p:nvPr>
        </p:nvSpPr>
        <p:spPr/>
        <p:txBody>
          <a:bodyPr/>
          <a:lstStyle/>
          <a:p>
            <a:fld id="{1537D07B-F539-4707-8FD0-3CD659C08DB0}" type="datetimeFigureOut">
              <a:rPr lang="en-US" smtClean="0"/>
              <a:t>9/29/2024</a:t>
            </a:fld>
            <a:endParaRPr lang="en-US"/>
          </a:p>
        </p:txBody>
      </p:sp>
      <p:sp>
        <p:nvSpPr>
          <p:cNvPr id="5" name="Footer Placeholder 4">
            <a:extLst>
              <a:ext uri="{FF2B5EF4-FFF2-40B4-BE49-F238E27FC236}">
                <a16:creationId xmlns:a16="http://schemas.microsoft.com/office/drawing/2014/main" id="{E15A2860-D1F6-2C08-5EB1-C0C1DC234E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E0A830-83C3-5186-5344-9FEAA7AB72AB}"/>
              </a:ext>
            </a:extLst>
          </p:cNvPr>
          <p:cNvSpPr>
            <a:spLocks noGrp="1"/>
          </p:cNvSpPr>
          <p:nvPr>
            <p:ph type="sldNum" sz="quarter" idx="12"/>
          </p:nvPr>
        </p:nvSpPr>
        <p:spPr/>
        <p:txBody>
          <a:bodyPr/>
          <a:lstStyle/>
          <a:p>
            <a:fld id="{15E90EA2-FB40-42CF-B970-796D22FF1B34}" type="slidenum">
              <a:rPr lang="en-US" smtClean="0"/>
              <a:t>‹#›</a:t>
            </a:fld>
            <a:endParaRPr lang="en-US"/>
          </a:p>
        </p:txBody>
      </p:sp>
    </p:spTree>
    <p:extLst>
      <p:ext uri="{BB962C8B-B14F-4D97-AF65-F5344CB8AC3E}">
        <p14:creationId xmlns:p14="http://schemas.microsoft.com/office/powerpoint/2010/main" val="1649198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CD29F-0702-8E29-010E-536CC86120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8DE357-FCD0-B485-67EA-A3BF69E573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F181EB-C2AF-15B3-4812-11D92C66E8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39F6D7-9810-E153-26C3-59E6FBD20661}"/>
              </a:ext>
            </a:extLst>
          </p:cNvPr>
          <p:cNvSpPr>
            <a:spLocks noGrp="1"/>
          </p:cNvSpPr>
          <p:nvPr>
            <p:ph type="dt" sz="half" idx="10"/>
          </p:nvPr>
        </p:nvSpPr>
        <p:spPr/>
        <p:txBody>
          <a:bodyPr/>
          <a:lstStyle/>
          <a:p>
            <a:fld id="{1537D07B-F539-4707-8FD0-3CD659C08DB0}" type="datetimeFigureOut">
              <a:rPr lang="en-US" smtClean="0"/>
              <a:t>9/29/2024</a:t>
            </a:fld>
            <a:endParaRPr lang="en-US"/>
          </a:p>
        </p:txBody>
      </p:sp>
      <p:sp>
        <p:nvSpPr>
          <p:cNvPr id="6" name="Footer Placeholder 5">
            <a:extLst>
              <a:ext uri="{FF2B5EF4-FFF2-40B4-BE49-F238E27FC236}">
                <a16:creationId xmlns:a16="http://schemas.microsoft.com/office/drawing/2014/main" id="{70CAF274-B851-C94A-4215-7F4EC61A42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9C10E1-EBB0-CA66-3AB6-70E7B847585F}"/>
              </a:ext>
            </a:extLst>
          </p:cNvPr>
          <p:cNvSpPr>
            <a:spLocks noGrp="1"/>
          </p:cNvSpPr>
          <p:nvPr>
            <p:ph type="sldNum" sz="quarter" idx="12"/>
          </p:nvPr>
        </p:nvSpPr>
        <p:spPr/>
        <p:txBody>
          <a:bodyPr/>
          <a:lstStyle/>
          <a:p>
            <a:fld id="{15E90EA2-FB40-42CF-B970-796D22FF1B34}" type="slidenum">
              <a:rPr lang="en-US" smtClean="0"/>
              <a:t>‹#›</a:t>
            </a:fld>
            <a:endParaRPr lang="en-US"/>
          </a:p>
        </p:txBody>
      </p:sp>
    </p:spTree>
    <p:extLst>
      <p:ext uri="{BB962C8B-B14F-4D97-AF65-F5344CB8AC3E}">
        <p14:creationId xmlns:p14="http://schemas.microsoft.com/office/powerpoint/2010/main" val="3327827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DD1E3-3E37-FB0E-56B5-FD7845289E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7F46BF-759A-87DA-54E8-8D1A5BB793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354E8F-2AF9-3CFF-8202-0AF42F5237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0EF872D-C5D2-9F2A-F3BE-548FF97417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B32E42-7778-8E66-E03D-6FB67B7AEE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F74A90F-0048-6A5B-CB4A-46A74BD8D238}"/>
              </a:ext>
            </a:extLst>
          </p:cNvPr>
          <p:cNvSpPr>
            <a:spLocks noGrp="1"/>
          </p:cNvSpPr>
          <p:nvPr>
            <p:ph type="dt" sz="half" idx="10"/>
          </p:nvPr>
        </p:nvSpPr>
        <p:spPr/>
        <p:txBody>
          <a:bodyPr/>
          <a:lstStyle/>
          <a:p>
            <a:fld id="{1537D07B-F539-4707-8FD0-3CD659C08DB0}" type="datetimeFigureOut">
              <a:rPr lang="en-US" smtClean="0"/>
              <a:t>9/29/2024</a:t>
            </a:fld>
            <a:endParaRPr lang="en-US"/>
          </a:p>
        </p:txBody>
      </p:sp>
      <p:sp>
        <p:nvSpPr>
          <p:cNvPr id="8" name="Footer Placeholder 7">
            <a:extLst>
              <a:ext uri="{FF2B5EF4-FFF2-40B4-BE49-F238E27FC236}">
                <a16:creationId xmlns:a16="http://schemas.microsoft.com/office/drawing/2014/main" id="{DE191074-44C2-01A3-D1AC-64D4F711E9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790724-1802-B1EF-5BF7-314AB2704CF8}"/>
              </a:ext>
            </a:extLst>
          </p:cNvPr>
          <p:cNvSpPr>
            <a:spLocks noGrp="1"/>
          </p:cNvSpPr>
          <p:nvPr>
            <p:ph type="sldNum" sz="quarter" idx="12"/>
          </p:nvPr>
        </p:nvSpPr>
        <p:spPr/>
        <p:txBody>
          <a:bodyPr/>
          <a:lstStyle/>
          <a:p>
            <a:fld id="{15E90EA2-FB40-42CF-B970-796D22FF1B34}" type="slidenum">
              <a:rPr lang="en-US" smtClean="0"/>
              <a:t>‹#›</a:t>
            </a:fld>
            <a:endParaRPr lang="en-US"/>
          </a:p>
        </p:txBody>
      </p:sp>
    </p:spTree>
    <p:extLst>
      <p:ext uri="{BB962C8B-B14F-4D97-AF65-F5344CB8AC3E}">
        <p14:creationId xmlns:p14="http://schemas.microsoft.com/office/powerpoint/2010/main" val="1433913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B741-DAC8-39EC-06DE-174D750615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B5DEB9-3DDE-C04B-AD56-71730E26AAC1}"/>
              </a:ext>
            </a:extLst>
          </p:cNvPr>
          <p:cNvSpPr>
            <a:spLocks noGrp="1"/>
          </p:cNvSpPr>
          <p:nvPr>
            <p:ph type="dt" sz="half" idx="10"/>
          </p:nvPr>
        </p:nvSpPr>
        <p:spPr/>
        <p:txBody>
          <a:bodyPr/>
          <a:lstStyle/>
          <a:p>
            <a:fld id="{1537D07B-F539-4707-8FD0-3CD659C08DB0}" type="datetimeFigureOut">
              <a:rPr lang="en-US" smtClean="0"/>
              <a:t>9/29/2024</a:t>
            </a:fld>
            <a:endParaRPr lang="en-US"/>
          </a:p>
        </p:txBody>
      </p:sp>
      <p:sp>
        <p:nvSpPr>
          <p:cNvPr id="4" name="Footer Placeholder 3">
            <a:extLst>
              <a:ext uri="{FF2B5EF4-FFF2-40B4-BE49-F238E27FC236}">
                <a16:creationId xmlns:a16="http://schemas.microsoft.com/office/drawing/2014/main" id="{6DEC20BC-57DA-97D4-AD35-516B8AA2DC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E76558A-48BE-6C54-D208-4739C625E377}"/>
              </a:ext>
            </a:extLst>
          </p:cNvPr>
          <p:cNvSpPr>
            <a:spLocks noGrp="1"/>
          </p:cNvSpPr>
          <p:nvPr>
            <p:ph type="sldNum" sz="quarter" idx="12"/>
          </p:nvPr>
        </p:nvSpPr>
        <p:spPr/>
        <p:txBody>
          <a:bodyPr/>
          <a:lstStyle/>
          <a:p>
            <a:fld id="{15E90EA2-FB40-42CF-B970-796D22FF1B34}" type="slidenum">
              <a:rPr lang="en-US" smtClean="0"/>
              <a:t>‹#›</a:t>
            </a:fld>
            <a:endParaRPr lang="en-US"/>
          </a:p>
        </p:txBody>
      </p:sp>
    </p:spTree>
    <p:extLst>
      <p:ext uri="{BB962C8B-B14F-4D97-AF65-F5344CB8AC3E}">
        <p14:creationId xmlns:p14="http://schemas.microsoft.com/office/powerpoint/2010/main" val="60951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61ADCD-FBE2-19FE-5643-EEB1D72E0790}"/>
              </a:ext>
            </a:extLst>
          </p:cNvPr>
          <p:cNvSpPr>
            <a:spLocks noGrp="1"/>
          </p:cNvSpPr>
          <p:nvPr>
            <p:ph type="dt" sz="half" idx="10"/>
          </p:nvPr>
        </p:nvSpPr>
        <p:spPr/>
        <p:txBody>
          <a:bodyPr/>
          <a:lstStyle/>
          <a:p>
            <a:fld id="{1537D07B-F539-4707-8FD0-3CD659C08DB0}" type="datetimeFigureOut">
              <a:rPr lang="en-US" smtClean="0"/>
              <a:t>9/29/2024</a:t>
            </a:fld>
            <a:endParaRPr lang="en-US"/>
          </a:p>
        </p:txBody>
      </p:sp>
      <p:sp>
        <p:nvSpPr>
          <p:cNvPr id="3" name="Footer Placeholder 2">
            <a:extLst>
              <a:ext uri="{FF2B5EF4-FFF2-40B4-BE49-F238E27FC236}">
                <a16:creationId xmlns:a16="http://schemas.microsoft.com/office/drawing/2014/main" id="{0D9623AE-425A-DA41-4EFA-D6243A5EEA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447572-42AB-19C3-095B-30CEC8EA075B}"/>
              </a:ext>
            </a:extLst>
          </p:cNvPr>
          <p:cNvSpPr>
            <a:spLocks noGrp="1"/>
          </p:cNvSpPr>
          <p:nvPr>
            <p:ph type="sldNum" sz="quarter" idx="12"/>
          </p:nvPr>
        </p:nvSpPr>
        <p:spPr/>
        <p:txBody>
          <a:bodyPr/>
          <a:lstStyle/>
          <a:p>
            <a:fld id="{15E90EA2-FB40-42CF-B970-796D22FF1B34}" type="slidenum">
              <a:rPr lang="en-US" smtClean="0"/>
              <a:t>‹#›</a:t>
            </a:fld>
            <a:endParaRPr lang="en-US"/>
          </a:p>
        </p:txBody>
      </p:sp>
    </p:spTree>
    <p:extLst>
      <p:ext uri="{BB962C8B-B14F-4D97-AF65-F5344CB8AC3E}">
        <p14:creationId xmlns:p14="http://schemas.microsoft.com/office/powerpoint/2010/main" val="2840082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C9527-ECFC-B98C-FC34-7E71521155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7610B-FD7C-38FE-585D-F376D57F6B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C2DA07-4644-DEEA-85E1-4736CE046C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D849ED-A91E-A977-5BE3-685B9F745363}"/>
              </a:ext>
            </a:extLst>
          </p:cNvPr>
          <p:cNvSpPr>
            <a:spLocks noGrp="1"/>
          </p:cNvSpPr>
          <p:nvPr>
            <p:ph type="dt" sz="half" idx="10"/>
          </p:nvPr>
        </p:nvSpPr>
        <p:spPr/>
        <p:txBody>
          <a:bodyPr/>
          <a:lstStyle/>
          <a:p>
            <a:fld id="{1537D07B-F539-4707-8FD0-3CD659C08DB0}" type="datetimeFigureOut">
              <a:rPr lang="en-US" smtClean="0"/>
              <a:t>9/29/2024</a:t>
            </a:fld>
            <a:endParaRPr lang="en-US"/>
          </a:p>
        </p:txBody>
      </p:sp>
      <p:sp>
        <p:nvSpPr>
          <p:cNvPr id="6" name="Footer Placeholder 5">
            <a:extLst>
              <a:ext uri="{FF2B5EF4-FFF2-40B4-BE49-F238E27FC236}">
                <a16:creationId xmlns:a16="http://schemas.microsoft.com/office/drawing/2014/main" id="{8FA88AA2-6397-21CA-D6A4-755C98E2EC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21483D-64D1-BE79-E644-3A8A73F2DFCB}"/>
              </a:ext>
            </a:extLst>
          </p:cNvPr>
          <p:cNvSpPr>
            <a:spLocks noGrp="1"/>
          </p:cNvSpPr>
          <p:nvPr>
            <p:ph type="sldNum" sz="quarter" idx="12"/>
          </p:nvPr>
        </p:nvSpPr>
        <p:spPr/>
        <p:txBody>
          <a:bodyPr/>
          <a:lstStyle/>
          <a:p>
            <a:fld id="{15E90EA2-FB40-42CF-B970-796D22FF1B34}" type="slidenum">
              <a:rPr lang="en-US" smtClean="0"/>
              <a:t>‹#›</a:t>
            </a:fld>
            <a:endParaRPr lang="en-US"/>
          </a:p>
        </p:txBody>
      </p:sp>
    </p:spTree>
    <p:extLst>
      <p:ext uri="{BB962C8B-B14F-4D97-AF65-F5344CB8AC3E}">
        <p14:creationId xmlns:p14="http://schemas.microsoft.com/office/powerpoint/2010/main" val="1184702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C7A41-3E9D-E4B2-AA66-6B8586E4E8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9368EF-99C6-C03D-B3FB-05F8AF21A5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D62A779-24B8-A3E6-3962-9B87A4DC71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A629E8-119A-B373-61D0-558FC1E1DC87}"/>
              </a:ext>
            </a:extLst>
          </p:cNvPr>
          <p:cNvSpPr>
            <a:spLocks noGrp="1"/>
          </p:cNvSpPr>
          <p:nvPr>
            <p:ph type="dt" sz="half" idx="10"/>
          </p:nvPr>
        </p:nvSpPr>
        <p:spPr/>
        <p:txBody>
          <a:bodyPr/>
          <a:lstStyle/>
          <a:p>
            <a:fld id="{1537D07B-F539-4707-8FD0-3CD659C08DB0}" type="datetimeFigureOut">
              <a:rPr lang="en-US" smtClean="0"/>
              <a:t>9/29/2024</a:t>
            </a:fld>
            <a:endParaRPr lang="en-US"/>
          </a:p>
        </p:txBody>
      </p:sp>
      <p:sp>
        <p:nvSpPr>
          <p:cNvPr id="6" name="Footer Placeholder 5">
            <a:extLst>
              <a:ext uri="{FF2B5EF4-FFF2-40B4-BE49-F238E27FC236}">
                <a16:creationId xmlns:a16="http://schemas.microsoft.com/office/drawing/2014/main" id="{E8782AE7-6C77-EA50-80B0-8641915AE8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B8DDC2-251A-B899-3EDA-363B1C832314}"/>
              </a:ext>
            </a:extLst>
          </p:cNvPr>
          <p:cNvSpPr>
            <a:spLocks noGrp="1"/>
          </p:cNvSpPr>
          <p:nvPr>
            <p:ph type="sldNum" sz="quarter" idx="12"/>
          </p:nvPr>
        </p:nvSpPr>
        <p:spPr/>
        <p:txBody>
          <a:bodyPr/>
          <a:lstStyle/>
          <a:p>
            <a:fld id="{15E90EA2-FB40-42CF-B970-796D22FF1B34}" type="slidenum">
              <a:rPr lang="en-US" smtClean="0"/>
              <a:t>‹#›</a:t>
            </a:fld>
            <a:endParaRPr lang="en-US"/>
          </a:p>
        </p:txBody>
      </p:sp>
    </p:spTree>
    <p:extLst>
      <p:ext uri="{BB962C8B-B14F-4D97-AF65-F5344CB8AC3E}">
        <p14:creationId xmlns:p14="http://schemas.microsoft.com/office/powerpoint/2010/main" val="2270266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37CD2-DED4-0A91-4108-153B1C6841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8007CE-B27C-A217-78EB-CF6B6BD0F8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38B822-26B5-E041-2ABF-4E67E6201294}"/>
              </a:ext>
            </a:extLst>
          </p:cNvPr>
          <p:cNvSpPr>
            <a:spLocks noGrp="1"/>
          </p:cNvSpPr>
          <p:nvPr>
            <p:ph type="dt" sz="half" idx="10"/>
          </p:nvPr>
        </p:nvSpPr>
        <p:spPr/>
        <p:txBody>
          <a:bodyPr/>
          <a:lstStyle/>
          <a:p>
            <a:fld id="{1537D07B-F539-4707-8FD0-3CD659C08DB0}" type="datetimeFigureOut">
              <a:rPr lang="en-US" smtClean="0"/>
              <a:t>9/29/2024</a:t>
            </a:fld>
            <a:endParaRPr lang="en-US"/>
          </a:p>
        </p:txBody>
      </p:sp>
      <p:sp>
        <p:nvSpPr>
          <p:cNvPr id="5" name="Footer Placeholder 4">
            <a:extLst>
              <a:ext uri="{FF2B5EF4-FFF2-40B4-BE49-F238E27FC236}">
                <a16:creationId xmlns:a16="http://schemas.microsoft.com/office/drawing/2014/main" id="{2BDC5A19-26C8-956D-C17D-B3F5B6F540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A3271F-00A4-7471-BED9-FF0A1B598B92}"/>
              </a:ext>
            </a:extLst>
          </p:cNvPr>
          <p:cNvSpPr>
            <a:spLocks noGrp="1"/>
          </p:cNvSpPr>
          <p:nvPr>
            <p:ph type="sldNum" sz="quarter" idx="12"/>
          </p:nvPr>
        </p:nvSpPr>
        <p:spPr/>
        <p:txBody>
          <a:bodyPr/>
          <a:lstStyle/>
          <a:p>
            <a:fld id="{15E90EA2-FB40-42CF-B970-796D22FF1B34}" type="slidenum">
              <a:rPr lang="en-US" smtClean="0"/>
              <a:t>‹#›</a:t>
            </a:fld>
            <a:endParaRPr lang="en-US"/>
          </a:p>
        </p:txBody>
      </p:sp>
    </p:spTree>
    <p:extLst>
      <p:ext uri="{BB962C8B-B14F-4D97-AF65-F5344CB8AC3E}">
        <p14:creationId xmlns:p14="http://schemas.microsoft.com/office/powerpoint/2010/main" val="2061560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509D85-EFEE-BE7E-87CB-5009F6973D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42C0FB-328F-B454-D228-CB89179C41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DD9EAE-B11C-0902-07E3-6BADA2C1498C}"/>
              </a:ext>
            </a:extLst>
          </p:cNvPr>
          <p:cNvSpPr>
            <a:spLocks noGrp="1"/>
          </p:cNvSpPr>
          <p:nvPr>
            <p:ph type="dt" sz="half" idx="10"/>
          </p:nvPr>
        </p:nvSpPr>
        <p:spPr/>
        <p:txBody>
          <a:bodyPr/>
          <a:lstStyle/>
          <a:p>
            <a:fld id="{1537D07B-F539-4707-8FD0-3CD659C08DB0}" type="datetimeFigureOut">
              <a:rPr lang="en-US" smtClean="0"/>
              <a:t>9/29/2024</a:t>
            </a:fld>
            <a:endParaRPr lang="en-US"/>
          </a:p>
        </p:txBody>
      </p:sp>
      <p:sp>
        <p:nvSpPr>
          <p:cNvPr id="5" name="Footer Placeholder 4">
            <a:extLst>
              <a:ext uri="{FF2B5EF4-FFF2-40B4-BE49-F238E27FC236}">
                <a16:creationId xmlns:a16="http://schemas.microsoft.com/office/drawing/2014/main" id="{1BB4D6D2-F696-7294-C758-A4A927BDEE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30DC55-D820-751F-2D19-1E99F3524778}"/>
              </a:ext>
            </a:extLst>
          </p:cNvPr>
          <p:cNvSpPr>
            <a:spLocks noGrp="1"/>
          </p:cNvSpPr>
          <p:nvPr>
            <p:ph type="sldNum" sz="quarter" idx="12"/>
          </p:nvPr>
        </p:nvSpPr>
        <p:spPr/>
        <p:txBody>
          <a:bodyPr/>
          <a:lstStyle/>
          <a:p>
            <a:fld id="{15E90EA2-FB40-42CF-B970-796D22FF1B34}" type="slidenum">
              <a:rPr lang="en-US" smtClean="0"/>
              <a:t>‹#›</a:t>
            </a:fld>
            <a:endParaRPr lang="en-US"/>
          </a:p>
        </p:txBody>
      </p:sp>
    </p:spTree>
    <p:extLst>
      <p:ext uri="{BB962C8B-B14F-4D97-AF65-F5344CB8AC3E}">
        <p14:creationId xmlns:p14="http://schemas.microsoft.com/office/powerpoint/2010/main" val="4057610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1530DC-BC80-5F34-FEF4-D9779D5DE4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90CE2F-2444-6DEB-663A-82289E9A36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537150-C49C-803B-7DC4-E8A401BD2A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37D07B-F539-4707-8FD0-3CD659C08DB0}" type="datetimeFigureOut">
              <a:rPr lang="en-US" smtClean="0"/>
              <a:t>9/29/2024</a:t>
            </a:fld>
            <a:endParaRPr lang="en-US"/>
          </a:p>
        </p:txBody>
      </p:sp>
      <p:sp>
        <p:nvSpPr>
          <p:cNvPr id="5" name="Footer Placeholder 4">
            <a:extLst>
              <a:ext uri="{FF2B5EF4-FFF2-40B4-BE49-F238E27FC236}">
                <a16:creationId xmlns:a16="http://schemas.microsoft.com/office/drawing/2014/main" id="{028E19AC-44FF-2B03-9603-0E36A69892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1A451E8-3224-4B8B-111F-43E5FFBFF5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E90EA2-FB40-42CF-B970-796D22FF1B34}" type="slidenum">
              <a:rPr lang="en-US" smtClean="0"/>
              <a:t>‹#›</a:t>
            </a:fld>
            <a:endParaRPr lang="en-US"/>
          </a:p>
        </p:txBody>
      </p:sp>
    </p:spTree>
    <p:extLst>
      <p:ext uri="{BB962C8B-B14F-4D97-AF65-F5344CB8AC3E}">
        <p14:creationId xmlns:p14="http://schemas.microsoft.com/office/powerpoint/2010/main" val="4011404967"/>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E6BD5-466D-F4FE-02A6-91579CF22B67}"/>
              </a:ext>
            </a:extLst>
          </p:cNvPr>
          <p:cNvSpPr>
            <a:spLocks noGrp="1"/>
          </p:cNvSpPr>
          <p:nvPr>
            <p:ph type="ctrTitle"/>
          </p:nvPr>
        </p:nvSpPr>
        <p:spPr>
          <a:xfrm>
            <a:off x="1122721" y="2095193"/>
            <a:ext cx="10333752" cy="2171700"/>
          </a:xfrm>
          <a:ln>
            <a:solidFill>
              <a:schemeClr val="bg1">
                <a:lumMod val="95000"/>
              </a:schemeClr>
            </a:solidFill>
          </a:ln>
        </p:spPr>
        <p:txBody>
          <a:bodyPr>
            <a:normAutofit/>
          </a:bodyPr>
          <a:lstStyle/>
          <a:p>
            <a:r>
              <a:rPr lang="en-US" sz="6600" b="1" dirty="0">
                <a:latin typeface="Sans Book"/>
              </a:rPr>
              <a:t>Restaurant Performance Analysis : Report</a:t>
            </a:r>
          </a:p>
        </p:txBody>
      </p:sp>
    </p:spTree>
    <p:extLst>
      <p:ext uri="{BB962C8B-B14F-4D97-AF65-F5344CB8AC3E}">
        <p14:creationId xmlns:p14="http://schemas.microsoft.com/office/powerpoint/2010/main" val="981295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5BE62-461D-70B6-F119-272793E8B075}"/>
              </a:ext>
            </a:extLst>
          </p:cNvPr>
          <p:cNvSpPr>
            <a:spLocks noGrp="1"/>
          </p:cNvSpPr>
          <p:nvPr>
            <p:ph type="title"/>
          </p:nvPr>
        </p:nvSpPr>
        <p:spPr>
          <a:xfrm>
            <a:off x="752475" y="898525"/>
            <a:ext cx="10515600" cy="1325563"/>
          </a:xfrm>
        </p:spPr>
        <p:txBody>
          <a:bodyPr>
            <a:normAutofit/>
          </a:bodyPr>
          <a:lstStyle/>
          <a:p>
            <a:r>
              <a:rPr lang="en-US" sz="6600" b="1" dirty="0">
                <a:latin typeface="Sans Book"/>
              </a:rPr>
              <a:t>Insights</a:t>
            </a:r>
          </a:p>
        </p:txBody>
      </p:sp>
      <p:sp>
        <p:nvSpPr>
          <p:cNvPr id="3" name="Content Placeholder 2">
            <a:extLst>
              <a:ext uri="{FF2B5EF4-FFF2-40B4-BE49-F238E27FC236}">
                <a16:creationId xmlns:a16="http://schemas.microsoft.com/office/drawing/2014/main" id="{710C2AB3-3132-AB47-AA81-1813C236BDFF}"/>
              </a:ext>
            </a:extLst>
          </p:cNvPr>
          <p:cNvSpPr>
            <a:spLocks noGrp="1"/>
          </p:cNvSpPr>
          <p:nvPr>
            <p:ph idx="1"/>
          </p:nvPr>
        </p:nvSpPr>
        <p:spPr>
          <a:xfrm>
            <a:off x="752475" y="2224088"/>
            <a:ext cx="10515600" cy="4351338"/>
          </a:xfrm>
        </p:spPr>
        <p:txBody>
          <a:bodyPr>
            <a:normAutofit lnSpcReduction="10000"/>
          </a:bodyPr>
          <a:lstStyle/>
          <a:p>
            <a:pPr marL="514350" indent="-514350">
              <a:lnSpc>
                <a:spcPct val="150000"/>
              </a:lnSpc>
              <a:buFont typeface="+mj-lt"/>
              <a:buAutoNum type="arabicPeriod"/>
            </a:pPr>
            <a:r>
              <a:rPr lang="en-US" sz="2800" b="1" cap="none" dirty="0">
                <a:latin typeface="Sans Book"/>
              </a:rPr>
              <a:t>Business Objectives</a:t>
            </a:r>
          </a:p>
          <a:p>
            <a:pPr marL="514350" indent="-514350">
              <a:lnSpc>
                <a:spcPct val="150000"/>
              </a:lnSpc>
              <a:buFont typeface="+mj-lt"/>
              <a:buAutoNum type="arabicPeriod"/>
            </a:pPr>
            <a:r>
              <a:rPr lang="en-US" sz="2800" b="1" dirty="0">
                <a:latin typeface="Sans Book"/>
              </a:rPr>
              <a:t>Process of Analysis And Recommendation’s</a:t>
            </a:r>
          </a:p>
          <a:p>
            <a:pPr marL="514350" indent="-514350">
              <a:lnSpc>
                <a:spcPct val="150000"/>
              </a:lnSpc>
              <a:buFont typeface="+mj-lt"/>
              <a:buAutoNum type="arabicPeriod"/>
            </a:pPr>
            <a:r>
              <a:rPr lang="en-US" b="1" dirty="0">
                <a:latin typeface="Sans Book"/>
              </a:rPr>
              <a:t>Assumptions on Analysis</a:t>
            </a:r>
          </a:p>
          <a:p>
            <a:pPr marL="514350" indent="-514350">
              <a:lnSpc>
                <a:spcPct val="150000"/>
              </a:lnSpc>
              <a:buFont typeface="+mj-lt"/>
              <a:buAutoNum type="arabicPeriod"/>
            </a:pPr>
            <a:r>
              <a:rPr lang="en-US" b="1" dirty="0">
                <a:latin typeface="Sans Book"/>
              </a:rPr>
              <a:t>Limitations</a:t>
            </a:r>
          </a:p>
          <a:p>
            <a:pPr marL="514350" indent="-514350">
              <a:lnSpc>
                <a:spcPct val="150000"/>
              </a:lnSpc>
              <a:buFont typeface="+mj-lt"/>
              <a:buAutoNum type="arabicPeriod"/>
            </a:pPr>
            <a:r>
              <a:rPr lang="en-US" b="1" dirty="0">
                <a:latin typeface="Sans Book"/>
              </a:rPr>
              <a:t>Additional Business Insights</a:t>
            </a:r>
          </a:p>
          <a:p>
            <a:pPr marL="514350" indent="-514350">
              <a:lnSpc>
                <a:spcPct val="150000"/>
              </a:lnSpc>
              <a:buFont typeface="+mj-lt"/>
              <a:buAutoNum type="arabicPeriod"/>
            </a:pPr>
            <a:r>
              <a:rPr lang="en-US" b="1" dirty="0">
                <a:latin typeface="Sans Book"/>
              </a:rPr>
              <a:t>Next Steps for the Restaurant</a:t>
            </a:r>
            <a:endParaRPr lang="en-US" dirty="0">
              <a:latin typeface="Sans Book"/>
            </a:endParaRPr>
          </a:p>
        </p:txBody>
      </p:sp>
    </p:spTree>
    <p:extLst>
      <p:ext uri="{BB962C8B-B14F-4D97-AF65-F5344CB8AC3E}">
        <p14:creationId xmlns:p14="http://schemas.microsoft.com/office/powerpoint/2010/main" val="1466618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543DC-82E3-4666-E254-3B276D106B24}"/>
              </a:ext>
            </a:extLst>
          </p:cNvPr>
          <p:cNvSpPr>
            <a:spLocks noGrp="1"/>
          </p:cNvSpPr>
          <p:nvPr>
            <p:ph type="title"/>
          </p:nvPr>
        </p:nvSpPr>
        <p:spPr>
          <a:xfrm>
            <a:off x="838200" y="913843"/>
            <a:ext cx="10515600" cy="1935623"/>
          </a:xfrm>
        </p:spPr>
        <p:txBody>
          <a:bodyPr>
            <a:normAutofit/>
          </a:bodyPr>
          <a:lstStyle/>
          <a:p>
            <a:r>
              <a:rPr lang="en-US" sz="4400" b="1" cap="none" dirty="0">
                <a:latin typeface="Sans Book"/>
              </a:rPr>
              <a:t>Business Objectives:</a:t>
            </a:r>
            <a:br>
              <a:rPr lang="en-US" sz="4400" b="1" cap="none" dirty="0">
                <a:latin typeface="Sans Book"/>
              </a:rPr>
            </a:br>
            <a:r>
              <a:rPr lang="en-US" sz="2000" cap="none" dirty="0">
                <a:latin typeface="Sans Book"/>
              </a:rPr>
              <a:t>The primary objectives of this analysis are to answer key business questions that will help improve the restaurant’s menu offerings, streamline operations, and boost sales.</a:t>
            </a:r>
            <a:br>
              <a:rPr lang="en-US" sz="2000" cap="none" dirty="0">
                <a:latin typeface="Sans Book"/>
              </a:rPr>
            </a:br>
            <a:r>
              <a:rPr lang="en-US" sz="2000" cap="none" dirty="0">
                <a:latin typeface="Sans Book"/>
              </a:rPr>
              <a:t>Specifically, the analysis seeks to:</a:t>
            </a:r>
            <a:endParaRPr lang="en-US" sz="2000" dirty="0">
              <a:latin typeface="Sans Book"/>
            </a:endParaRPr>
          </a:p>
        </p:txBody>
      </p:sp>
      <p:sp>
        <p:nvSpPr>
          <p:cNvPr id="3" name="Content Placeholder 2">
            <a:extLst>
              <a:ext uri="{FF2B5EF4-FFF2-40B4-BE49-F238E27FC236}">
                <a16:creationId xmlns:a16="http://schemas.microsoft.com/office/drawing/2014/main" id="{65B479C8-6769-5277-2D3A-478D25BF051D}"/>
              </a:ext>
            </a:extLst>
          </p:cNvPr>
          <p:cNvSpPr>
            <a:spLocks noGrp="1"/>
          </p:cNvSpPr>
          <p:nvPr>
            <p:ph idx="1"/>
          </p:nvPr>
        </p:nvSpPr>
        <p:spPr>
          <a:xfrm>
            <a:off x="752475" y="2849466"/>
            <a:ext cx="10515600" cy="3089803"/>
          </a:xfrm>
        </p:spPr>
        <p:txBody>
          <a:bodyPr>
            <a:normAutofit/>
          </a:bodyPr>
          <a:lstStyle/>
          <a:p>
            <a:pPr eaLnBrk="0" fontAlgn="base" hangingPunct="0">
              <a:lnSpc>
                <a:spcPct val="150000"/>
              </a:lnSpc>
              <a:spcBef>
                <a:spcPct val="0"/>
              </a:spcBef>
              <a:spcAft>
                <a:spcPct val="0"/>
              </a:spcAft>
            </a:pPr>
            <a:r>
              <a:rPr kumimoji="0" lang="en-US" altLang="en-US" sz="2000" b="0" i="0" u="none" strike="noStrike" cap="none" normalizeH="0" baseline="0" dirty="0">
                <a:ln>
                  <a:noFill/>
                </a:ln>
                <a:effectLst/>
                <a:latin typeface="Sans Book"/>
              </a:rPr>
              <a:t>Identify the top-selling product at the restaurant.</a:t>
            </a:r>
          </a:p>
          <a:p>
            <a:pPr eaLnBrk="0" fontAlgn="base" hangingPunct="0">
              <a:lnSpc>
                <a:spcPct val="150000"/>
              </a:lnSpc>
              <a:spcBef>
                <a:spcPct val="0"/>
              </a:spcBef>
              <a:spcAft>
                <a:spcPct val="0"/>
              </a:spcAft>
            </a:pPr>
            <a:r>
              <a:rPr kumimoji="0" lang="en-US" altLang="en-US" sz="2000" b="0" i="0" u="none" strike="noStrike" cap="none" normalizeH="0" baseline="0" dirty="0">
                <a:ln>
                  <a:noFill/>
                </a:ln>
                <a:effectLst/>
                <a:latin typeface="Sans Book"/>
              </a:rPr>
              <a:t>Determine which days the top-selling products perform better.</a:t>
            </a:r>
          </a:p>
          <a:p>
            <a:pPr eaLnBrk="0" fontAlgn="base" hangingPunct="0">
              <a:lnSpc>
                <a:spcPct val="150000"/>
              </a:lnSpc>
              <a:spcBef>
                <a:spcPct val="0"/>
              </a:spcBef>
              <a:spcAft>
                <a:spcPct val="0"/>
              </a:spcAft>
            </a:pPr>
            <a:r>
              <a:rPr kumimoji="0" lang="en-US" altLang="en-US" sz="2000" b="0" i="0" u="none" strike="noStrike" cap="none" normalizeH="0" baseline="0" dirty="0">
                <a:ln>
                  <a:noFill/>
                </a:ln>
                <a:effectLst/>
                <a:latin typeface="Sans Book"/>
              </a:rPr>
              <a:t>Analyze customer ordering patterns to understand behavior.</a:t>
            </a:r>
          </a:p>
          <a:p>
            <a:pPr eaLnBrk="0" fontAlgn="base" hangingPunct="0">
              <a:lnSpc>
                <a:spcPct val="150000"/>
              </a:lnSpc>
              <a:spcBef>
                <a:spcPct val="0"/>
              </a:spcBef>
              <a:spcAft>
                <a:spcPct val="0"/>
              </a:spcAft>
            </a:pPr>
            <a:r>
              <a:rPr kumimoji="0" lang="en-US" altLang="en-US" sz="2000" b="0" i="0" u="none" strike="noStrike" cap="none" normalizeH="0" baseline="0" dirty="0">
                <a:ln>
                  <a:noFill/>
                </a:ln>
                <a:effectLst/>
                <a:latin typeface="Sans Book"/>
              </a:rPr>
              <a:t>Conduct a market basket analysis (bucket analysis) to design a combo meal menu that could potentially increase sales and customer satisfaction</a:t>
            </a:r>
            <a:br>
              <a:rPr lang="en-US" sz="2800" cap="none" dirty="0">
                <a:solidFill>
                  <a:srgbClr val="B0B0B0"/>
                </a:solidFill>
                <a:latin typeface="Sans Book"/>
              </a:rPr>
            </a:br>
            <a:endParaRPr lang="en-US" dirty="0"/>
          </a:p>
        </p:txBody>
      </p:sp>
    </p:spTree>
    <p:extLst>
      <p:ext uri="{BB962C8B-B14F-4D97-AF65-F5344CB8AC3E}">
        <p14:creationId xmlns:p14="http://schemas.microsoft.com/office/powerpoint/2010/main" val="877767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42E16-E66B-E0A0-3A8E-086908E1FB8C}"/>
              </a:ext>
            </a:extLst>
          </p:cNvPr>
          <p:cNvSpPr>
            <a:spLocks noGrp="1"/>
          </p:cNvSpPr>
          <p:nvPr>
            <p:ph type="title"/>
          </p:nvPr>
        </p:nvSpPr>
        <p:spPr>
          <a:xfrm>
            <a:off x="218387" y="747252"/>
            <a:ext cx="11755225" cy="1705282"/>
          </a:xfrm>
        </p:spPr>
        <p:txBody>
          <a:bodyPr>
            <a:normAutofit fontScale="90000"/>
          </a:bodyPr>
          <a:lstStyle/>
          <a:p>
            <a:pPr algn="ctr"/>
            <a:r>
              <a:rPr lang="en-US" sz="6600" b="1" dirty="0">
                <a:latin typeface="Sans Book"/>
              </a:rPr>
              <a:t>Process of Analysis And Assumptions </a:t>
            </a:r>
          </a:p>
        </p:txBody>
      </p:sp>
      <p:sp>
        <p:nvSpPr>
          <p:cNvPr id="3" name="Content Placeholder 2">
            <a:extLst>
              <a:ext uri="{FF2B5EF4-FFF2-40B4-BE49-F238E27FC236}">
                <a16:creationId xmlns:a16="http://schemas.microsoft.com/office/drawing/2014/main" id="{407B76DE-1BAB-EE52-5D3E-387E7FA25888}"/>
              </a:ext>
            </a:extLst>
          </p:cNvPr>
          <p:cNvSpPr>
            <a:spLocks noGrp="1"/>
          </p:cNvSpPr>
          <p:nvPr>
            <p:ph idx="1"/>
          </p:nvPr>
        </p:nvSpPr>
        <p:spPr>
          <a:xfrm>
            <a:off x="596853" y="2711245"/>
            <a:ext cx="10515600" cy="3050946"/>
          </a:xfrm>
          <a:solidFill>
            <a:schemeClr val="bg1">
              <a:lumMod val="95000"/>
            </a:schemeClr>
          </a:solidFill>
        </p:spPr>
        <p:txBody>
          <a:bodyPr>
            <a:normAutofit/>
          </a:bodyPr>
          <a:lstStyle/>
          <a:p>
            <a:pPr marL="514350" indent="-514350">
              <a:lnSpc>
                <a:spcPct val="150000"/>
              </a:lnSpc>
              <a:buFont typeface="+mj-lt"/>
              <a:buAutoNum type="arabicPeriod"/>
            </a:pPr>
            <a:r>
              <a:rPr lang="en-US" sz="2800" b="1" i="0" dirty="0">
                <a:effectLst/>
                <a:highlight>
                  <a:srgbClr val="F7F7F7"/>
                </a:highlight>
                <a:latin typeface="Sans Book"/>
              </a:rPr>
              <a:t>Top-selling Product</a:t>
            </a:r>
          </a:p>
          <a:p>
            <a:pPr marL="514350" indent="-514350">
              <a:lnSpc>
                <a:spcPct val="150000"/>
              </a:lnSpc>
              <a:buFont typeface="+mj-lt"/>
              <a:buAutoNum type="arabicPeriod"/>
            </a:pPr>
            <a:r>
              <a:rPr lang="en-US" sz="2800" b="1" i="0" dirty="0">
                <a:effectLst/>
                <a:highlight>
                  <a:srgbClr val="F7F7F7"/>
                </a:highlight>
                <a:latin typeface="Sans Book"/>
              </a:rPr>
              <a:t>Sales Trend over Time</a:t>
            </a:r>
          </a:p>
          <a:p>
            <a:pPr marL="514350" indent="-514350">
              <a:lnSpc>
                <a:spcPct val="150000"/>
              </a:lnSpc>
              <a:buFont typeface="+mj-lt"/>
              <a:buAutoNum type="arabicPeriod"/>
            </a:pPr>
            <a:r>
              <a:rPr lang="en-US" sz="2800" b="1" i="0" dirty="0">
                <a:effectLst/>
                <a:highlight>
                  <a:srgbClr val="F7F7F7"/>
                </a:highlight>
                <a:latin typeface="Sans Book"/>
              </a:rPr>
              <a:t>Customer Order Pattern</a:t>
            </a:r>
          </a:p>
          <a:p>
            <a:pPr marL="514350" indent="-514350">
              <a:lnSpc>
                <a:spcPct val="150000"/>
              </a:lnSpc>
              <a:buFont typeface="+mj-lt"/>
              <a:buAutoNum type="arabicPeriod"/>
            </a:pPr>
            <a:r>
              <a:rPr lang="en-US" sz="2800" b="1" i="0" dirty="0">
                <a:effectLst/>
                <a:highlight>
                  <a:srgbClr val="F7F7F7"/>
                </a:highlight>
                <a:latin typeface="Sans Book"/>
              </a:rPr>
              <a:t>Basket Analysis for combo Meals</a:t>
            </a:r>
            <a:endParaRPr lang="en-US" dirty="0">
              <a:latin typeface="Sans Book"/>
            </a:endParaRPr>
          </a:p>
        </p:txBody>
      </p:sp>
    </p:spTree>
    <p:extLst>
      <p:ext uri="{BB962C8B-B14F-4D97-AF65-F5344CB8AC3E}">
        <p14:creationId xmlns:p14="http://schemas.microsoft.com/office/powerpoint/2010/main" val="3117819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BA049C-5577-6C82-AA61-7B23A64F824B}"/>
              </a:ext>
            </a:extLst>
          </p:cNvPr>
          <p:cNvSpPr>
            <a:spLocks noGrp="1"/>
          </p:cNvSpPr>
          <p:nvPr>
            <p:ph idx="1"/>
          </p:nvPr>
        </p:nvSpPr>
        <p:spPr>
          <a:xfrm>
            <a:off x="713017" y="4638469"/>
            <a:ext cx="10515600" cy="1583222"/>
          </a:xfrm>
        </p:spPr>
        <p:txBody>
          <a:bodyPr>
            <a:normAutofit/>
          </a:bodyPr>
          <a:lstStyle/>
          <a:p>
            <a:pPr marL="0" indent="0">
              <a:buNone/>
            </a:pPr>
            <a:r>
              <a:rPr lang="en-US" sz="2000" b="1" dirty="0">
                <a:latin typeface="Sans Book"/>
              </a:rPr>
              <a:t>Visualization:</a:t>
            </a:r>
            <a:r>
              <a:rPr lang="en-US" sz="2000" dirty="0">
                <a:latin typeface="Sans Book"/>
              </a:rPr>
              <a:t> A detailed bar chart in Tableau shows that </a:t>
            </a:r>
            <a:r>
              <a:rPr lang="en-US" sz="2000" i="1" dirty="0">
                <a:latin typeface="Sans Book"/>
              </a:rPr>
              <a:t>Pizza dosa </a:t>
            </a:r>
            <a:r>
              <a:rPr lang="en-US" sz="2000" dirty="0">
                <a:latin typeface="Sans Book"/>
              </a:rPr>
              <a:t>surpasses all other items in terms of sales volume. The chart provides a clear comparison of product performance, helping decision-makers quickly understand which items are driving the most revenue.</a:t>
            </a:r>
            <a:br>
              <a:rPr lang="en-US" sz="2000" dirty="0">
                <a:latin typeface="Sans Book"/>
              </a:rPr>
            </a:br>
            <a:r>
              <a:rPr lang="en-US" sz="2000" b="1" dirty="0">
                <a:latin typeface="Sans Book"/>
              </a:rPr>
              <a:t>Recommendation:</a:t>
            </a:r>
            <a:r>
              <a:rPr lang="en-US" sz="2000" dirty="0">
                <a:latin typeface="Sans Book"/>
              </a:rPr>
              <a:t> Given its popularity, </a:t>
            </a:r>
            <a:r>
              <a:rPr lang="en-US" sz="2000" i="1" dirty="0">
                <a:latin typeface="Sans Book"/>
              </a:rPr>
              <a:t>Pizza dosa </a:t>
            </a:r>
            <a:r>
              <a:rPr lang="en-US" sz="2000" dirty="0">
                <a:latin typeface="Sans Book"/>
              </a:rPr>
              <a:t>could be further highlighted in marketing campaigns or bundled with complementary items to enhance its sales potential.</a:t>
            </a:r>
          </a:p>
        </p:txBody>
      </p:sp>
      <p:pic>
        <p:nvPicPr>
          <p:cNvPr id="6" name="Picture 5">
            <a:extLst>
              <a:ext uri="{FF2B5EF4-FFF2-40B4-BE49-F238E27FC236}">
                <a16:creationId xmlns:a16="http://schemas.microsoft.com/office/drawing/2014/main" id="{089F1667-68C4-D41A-5714-16E3D2A02061}"/>
              </a:ext>
            </a:extLst>
          </p:cNvPr>
          <p:cNvPicPr>
            <a:picLocks noChangeAspect="1"/>
          </p:cNvPicPr>
          <p:nvPr/>
        </p:nvPicPr>
        <p:blipFill>
          <a:blip r:embed="rId2"/>
          <a:stretch>
            <a:fillRect/>
          </a:stretch>
        </p:blipFill>
        <p:spPr>
          <a:xfrm>
            <a:off x="713017" y="181516"/>
            <a:ext cx="10935648" cy="3033023"/>
          </a:xfrm>
          <a:prstGeom prst="rect">
            <a:avLst/>
          </a:prstGeom>
        </p:spPr>
      </p:pic>
      <p:sp>
        <p:nvSpPr>
          <p:cNvPr id="8" name="Title 1">
            <a:extLst>
              <a:ext uri="{FF2B5EF4-FFF2-40B4-BE49-F238E27FC236}">
                <a16:creationId xmlns:a16="http://schemas.microsoft.com/office/drawing/2014/main" id="{A9DEC0DD-FDDD-A9D3-4847-398CD410E664}"/>
              </a:ext>
            </a:extLst>
          </p:cNvPr>
          <p:cNvSpPr txBox="1">
            <a:spLocks/>
          </p:cNvSpPr>
          <p:nvPr/>
        </p:nvSpPr>
        <p:spPr>
          <a:xfrm>
            <a:off x="713017" y="3771231"/>
            <a:ext cx="10515600" cy="687716"/>
          </a:xfrm>
          <a:prstGeom prst="rect">
            <a:avLst/>
          </a:prstGeom>
          <a:ln>
            <a:solidFill>
              <a:schemeClr val="bg1">
                <a:lumMod val="95000"/>
              </a:schemeClr>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Sans Book"/>
              </a:rPr>
              <a:t>From the analysis, it was determined that </a:t>
            </a:r>
            <a:r>
              <a:rPr lang="en-US" sz="2000" i="1" dirty="0">
                <a:latin typeface="Sans Book"/>
              </a:rPr>
              <a:t>Pizza dosa </a:t>
            </a:r>
            <a:r>
              <a:rPr lang="en-US" sz="2000" dirty="0">
                <a:latin typeface="Sans Book"/>
              </a:rPr>
              <a:t>consistently leads in sales, contributing to a substantial portion of the restaurant’s revenue.</a:t>
            </a:r>
          </a:p>
        </p:txBody>
      </p:sp>
    </p:spTree>
    <p:extLst>
      <p:ext uri="{BB962C8B-B14F-4D97-AF65-F5344CB8AC3E}">
        <p14:creationId xmlns:p14="http://schemas.microsoft.com/office/powerpoint/2010/main" val="1858203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B8FDBE-38DC-C2C7-5AAB-170DBF140712}"/>
              </a:ext>
            </a:extLst>
          </p:cNvPr>
          <p:cNvSpPr>
            <a:spLocks noGrp="1"/>
          </p:cNvSpPr>
          <p:nvPr>
            <p:ph idx="1"/>
          </p:nvPr>
        </p:nvSpPr>
        <p:spPr>
          <a:xfrm>
            <a:off x="519238" y="4831070"/>
            <a:ext cx="11153523" cy="1692277"/>
          </a:xfrm>
        </p:spPr>
        <p:txBody>
          <a:bodyPr>
            <a:noAutofit/>
          </a:bodyPr>
          <a:lstStyle/>
          <a:p>
            <a:r>
              <a:rPr lang="en-US" sz="2000" b="1" dirty="0">
                <a:latin typeface="Sans Book"/>
              </a:rPr>
              <a:t>Visualization</a:t>
            </a:r>
            <a:r>
              <a:rPr lang="en-US" sz="2000" dirty="0">
                <a:latin typeface="Sans Book"/>
              </a:rPr>
              <a:t>: The graph displays a consistent decrease in daily sales starting from 8,310 units on March 6 to 920 units by March 16, with a brief recovery to 2,000 units on March 17 before declining again to 1,350 units by March 19.</a:t>
            </a:r>
          </a:p>
          <a:p>
            <a:r>
              <a:rPr lang="en-US" sz="2000" b="1" dirty="0">
                <a:latin typeface="Sans Book"/>
              </a:rPr>
              <a:t>Recommendation</a:t>
            </a:r>
            <a:r>
              <a:rPr lang="en-US" sz="2000" dirty="0">
                <a:latin typeface="Sans Book"/>
              </a:rPr>
              <a:t>: Introduce targeted mid-week promotions around March 16-17 to leverage the temporary spike and counter the overall downward trend in sales.</a:t>
            </a:r>
          </a:p>
        </p:txBody>
      </p:sp>
      <p:pic>
        <p:nvPicPr>
          <p:cNvPr id="4" name="Picture 3">
            <a:extLst>
              <a:ext uri="{FF2B5EF4-FFF2-40B4-BE49-F238E27FC236}">
                <a16:creationId xmlns:a16="http://schemas.microsoft.com/office/drawing/2014/main" id="{1504C481-6465-84FE-CC59-1C43BF42D4B4}"/>
              </a:ext>
            </a:extLst>
          </p:cNvPr>
          <p:cNvPicPr>
            <a:picLocks noChangeAspect="1"/>
          </p:cNvPicPr>
          <p:nvPr/>
        </p:nvPicPr>
        <p:blipFill>
          <a:blip r:embed="rId2"/>
          <a:stretch>
            <a:fillRect/>
          </a:stretch>
        </p:blipFill>
        <p:spPr>
          <a:xfrm>
            <a:off x="526287" y="127476"/>
            <a:ext cx="10950889" cy="3520745"/>
          </a:xfrm>
          <a:prstGeom prst="rect">
            <a:avLst/>
          </a:prstGeom>
        </p:spPr>
      </p:pic>
      <p:sp>
        <p:nvSpPr>
          <p:cNvPr id="5" name="TextBox 4">
            <a:extLst>
              <a:ext uri="{FF2B5EF4-FFF2-40B4-BE49-F238E27FC236}">
                <a16:creationId xmlns:a16="http://schemas.microsoft.com/office/drawing/2014/main" id="{DDF6337E-38A3-E475-D2C0-D10BAB1AC8E8}"/>
              </a:ext>
            </a:extLst>
          </p:cNvPr>
          <p:cNvSpPr txBox="1"/>
          <p:nvPr/>
        </p:nvSpPr>
        <p:spPr>
          <a:xfrm>
            <a:off x="526287" y="3916480"/>
            <a:ext cx="10950889" cy="707886"/>
          </a:xfrm>
          <a:prstGeom prst="rect">
            <a:avLst/>
          </a:prstGeom>
          <a:noFill/>
        </p:spPr>
        <p:txBody>
          <a:bodyPr wrap="square" rtlCol="0">
            <a:spAutoFit/>
          </a:bodyPr>
          <a:lstStyle/>
          <a:p>
            <a:r>
              <a:rPr lang="en-US" sz="2000" dirty="0">
                <a:latin typeface="Sans Book"/>
              </a:rPr>
              <a:t>Sales showed a sharp decline from March 6 to March 19, with minor recovery around March 17; consider implementing mid-week promotions to boost weekday sales.</a:t>
            </a:r>
          </a:p>
        </p:txBody>
      </p:sp>
    </p:spTree>
    <p:extLst>
      <p:ext uri="{BB962C8B-B14F-4D97-AF65-F5344CB8AC3E}">
        <p14:creationId xmlns:p14="http://schemas.microsoft.com/office/powerpoint/2010/main" val="3217048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FD2699-F7B8-0C95-BEF1-AC94525B11B3}"/>
              </a:ext>
            </a:extLst>
          </p:cNvPr>
          <p:cNvSpPr>
            <a:spLocks noGrp="1"/>
          </p:cNvSpPr>
          <p:nvPr>
            <p:ph idx="1"/>
          </p:nvPr>
        </p:nvSpPr>
        <p:spPr>
          <a:xfrm>
            <a:off x="5910606" y="2702319"/>
            <a:ext cx="6174557" cy="2482424"/>
          </a:xfrm>
        </p:spPr>
        <p:txBody>
          <a:bodyPr>
            <a:normAutofit/>
          </a:bodyPr>
          <a:lstStyle/>
          <a:p>
            <a:pPr marL="0" indent="0">
              <a:buNone/>
            </a:pPr>
            <a:r>
              <a:rPr lang="en-US" sz="2000" b="1" dirty="0">
                <a:latin typeface="Sans Book"/>
              </a:rPr>
              <a:t>Visualization:</a:t>
            </a:r>
          </a:p>
          <a:p>
            <a:pPr marL="0" indent="0">
              <a:buNone/>
            </a:pPr>
            <a:r>
              <a:rPr lang="en-US" sz="2000" dirty="0">
                <a:latin typeface="Sans Book"/>
              </a:rPr>
              <a:t>The pie chart shows that </a:t>
            </a:r>
            <a:r>
              <a:rPr lang="en-US" sz="2000" b="1" dirty="0">
                <a:latin typeface="Sans Book"/>
              </a:rPr>
              <a:t>96.25%</a:t>
            </a:r>
            <a:r>
              <a:rPr lang="en-US" sz="2000" dirty="0">
                <a:latin typeface="Sans Book"/>
              </a:rPr>
              <a:t> of orders are for dine-in, while only </a:t>
            </a:r>
            <a:r>
              <a:rPr lang="en-US" sz="2000" b="1" dirty="0">
                <a:latin typeface="Sans Book"/>
              </a:rPr>
              <a:t>3.75%</a:t>
            </a:r>
            <a:r>
              <a:rPr lang="en-US" sz="2000" dirty="0">
                <a:latin typeface="Sans Book"/>
              </a:rPr>
              <a:t> are for takeaway.</a:t>
            </a:r>
          </a:p>
          <a:p>
            <a:pPr marL="0" indent="0">
              <a:buNone/>
            </a:pPr>
            <a:r>
              <a:rPr lang="en-US" sz="2000" b="1" dirty="0">
                <a:latin typeface="Sans Book"/>
              </a:rPr>
              <a:t>Recommendation:</a:t>
            </a:r>
          </a:p>
          <a:p>
            <a:pPr marL="0" indent="0">
              <a:buNone/>
            </a:pPr>
            <a:r>
              <a:rPr lang="en-US" sz="2000" dirty="0">
                <a:latin typeface="Sans Book"/>
              </a:rPr>
              <a:t>Focus on enhancing the dine-in experience and promote takeaway services to increase customer engagement.</a:t>
            </a:r>
          </a:p>
        </p:txBody>
      </p:sp>
      <p:pic>
        <p:nvPicPr>
          <p:cNvPr id="7" name="Picture 6">
            <a:extLst>
              <a:ext uri="{FF2B5EF4-FFF2-40B4-BE49-F238E27FC236}">
                <a16:creationId xmlns:a16="http://schemas.microsoft.com/office/drawing/2014/main" id="{D48F673A-08B8-4D5E-8E34-537576A2CADF}"/>
              </a:ext>
            </a:extLst>
          </p:cNvPr>
          <p:cNvPicPr>
            <a:picLocks noChangeAspect="1"/>
          </p:cNvPicPr>
          <p:nvPr/>
        </p:nvPicPr>
        <p:blipFill>
          <a:blip r:embed="rId2"/>
          <a:stretch>
            <a:fillRect/>
          </a:stretch>
        </p:blipFill>
        <p:spPr>
          <a:xfrm>
            <a:off x="433633" y="386499"/>
            <a:ext cx="4939645" cy="6334812"/>
          </a:xfrm>
          <a:prstGeom prst="rect">
            <a:avLst/>
          </a:prstGeom>
        </p:spPr>
      </p:pic>
      <p:sp>
        <p:nvSpPr>
          <p:cNvPr id="8" name="TextBox 7">
            <a:extLst>
              <a:ext uri="{FF2B5EF4-FFF2-40B4-BE49-F238E27FC236}">
                <a16:creationId xmlns:a16="http://schemas.microsoft.com/office/drawing/2014/main" id="{64B80351-CEAA-4DDD-0FB0-02E53D712FAA}"/>
              </a:ext>
            </a:extLst>
          </p:cNvPr>
          <p:cNvSpPr txBox="1"/>
          <p:nvPr/>
        </p:nvSpPr>
        <p:spPr>
          <a:xfrm>
            <a:off x="5910606" y="1098222"/>
            <a:ext cx="6174558" cy="1323439"/>
          </a:xfrm>
          <a:prstGeom prst="rect">
            <a:avLst/>
          </a:prstGeom>
          <a:noFill/>
        </p:spPr>
        <p:txBody>
          <a:bodyPr wrap="square" rtlCol="0">
            <a:spAutoFit/>
          </a:bodyPr>
          <a:lstStyle/>
          <a:p>
            <a:r>
              <a:rPr lang="en-US" sz="2000" dirty="0">
                <a:latin typeface="Sans Book"/>
              </a:rPr>
              <a:t>The data reveals a strong preference for dine-in orders (96.25%), indicating the need to enhance the in-house experience while exploring opportunities to boost takeaway sales.</a:t>
            </a:r>
          </a:p>
        </p:txBody>
      </p:sp>
    </p:spTree>
    <p:extLst>
      <p:ext uri="{BB962C8B-B14F-4D97-AF65-F5344CB8AC3E}">
        <p14:creationId xmlns:p14="http://schemas.microsoft.com/office/powerpoint/2010/main" val="219166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2940F8-99D8-7082-EF13-A59171BF54A6}"/>
              </a:ext>
            </a:extLst>
          </p:cNvPr>
          <p:cNvSpPr>
            <a:spLocks noGrp="1"/>
          </p:cNvSpPr>
          <p:nvPr>
            <p:ph idx="1"/>
          </p:nvPr>
        </p:nvSpPr>
        <p:spPr>
          <a:xfrm>
            <a:off x="141402" y="5227460"/>
            <a:ext cx="12050597" cy="1550412"/>
          </a:xfrm>
        </p:spPr>
        <p:txBody>
          <a:bodyPr>
            <a:noAutofit/>
          </a:bodyPr>
          <a:lstStyle/>
          <a:p>
            <a:pPr marL="0" indent="0">
              <a:buNone/>
            </a:pPr>
            <a:r>
              <a:rPr lang="en-US" sz="1800" b="1" dirty="0">
                <a:latin typeface="Sans Book"/>
              </a:rPr>
              <a:t>Visualization:</a:t>
            </a:r>
            <a:br>
              <a:rPr lang="en-US" sz="1800" dirty="0">
                <a:latin typeface="Sans Book"/>
              </a:rPr>
            </a:br>
            <a:r>
              <a:rPr lang="en-US" sz="1800" dirty="0">
                <a:latin typeface="Sans Book"/>
              </a:rPr>
              <a:t>The basket analysis shows that "American </a:t>
            </a:r>
            <a:r>
              <a:rPr lang="en-US" sz="1800" dirty="0" err="1">
                <a:latin typeface="Sans Book"/>
              </a:rPr>
              <a:t>Chopsuey</a:t>
            </a:r>
            <a:r>
              <a:rPr lang="en-US" sz="1800" dirty="0">
                <a:latin typeface="Sans Book"/>
              </a:rPr>
              <a:t>" (13.79%) and "Pizza Dosa" (13.79%) are the most frequently paired items, indicating strong customer preference for these dishes in combo meals.</a:t>
            </a:r>
            <a:br>
              <a:rPr lang="en-US" sz="1800" dirty="0">
                <a:latin typeface="Sans Book"/>
              </a:rPr>
            </a:br>
            <a:r>
              <a:rPr lang="en-US" sz="1800" b="1" dirty="0">
                <a:latin typeface="Sans Book"/>
              </a:rPr>
              <a:t>Recommendation:</a:t>
            </a:r>
            <a:br>
              <a:rPr lang="en-US" sz="1800" b="1" dirty="0">
                <a:latin typeface="Sans Book"/>
              </a:rPr>
            </a:br>
            <a:r>
              <a:rPr lang="en-US" sz="1800" dirty="0">
                <a:latin typeface="Sans Book"/>
              </a:rPr>
              <a:t>Based on the basket analysis, the restaurant should consider creating combo meals featuring "American </a:t>
            </a:r>
            <a:r>
              <a:rPr lang="en-US" sz="1800" dirty="0" err="1">
                <a:latin typeface="Sans Book"/>
              </a:rPr>
              <a:t>Chopsuey</a:t>
            </a:r>
            <a:r>
              <a:rPr lang="en-US" sz="1800" dirty="0">
                <a:latin typeface="Sans Book"/>
              </a:rPr>
              <a:t>" and "Pizza Dosa" together, potentially increasing sales by appealing to customer preferences for these popular items.</a:t>
            </a:r>
          </a:p>
        </p:txBody>
      </p:sp>
      <p:pic>
        <p:nvPicPr>
          <p:cNvPr id="4" name="Picture 3">
            <a:extLst>
              <a:ext uri="{FF2B5EF4-FFF2-40B4-BE49-F238E27FC236}">
                <a16:creationId xmlns:a16="http://schemas.microsoft.com/office/drawing/2014/main" id="{967C0DB8-9B93-936A-58E1-2B9EEB484EDB}"/>
              </a:ext>
            </a:extLst>
          </p:cNvPr>
          <p:cNvPicPr>
            <a:picLocks noChangeAspect="1"/>
          </p:cNvPicPr>
          <p:nvPr/>
        </p:nvPicPr>
        <p:blipFill>
          <a:blip r:embed="rId2"/>
          <a:stretch>
            <a:fillRect/>
          </a:stretch>
        </p:blipFill>
        <p:spPr>
          <a:xfrm>
            <a:off x="1327765" y="0"/>
            <a:ext cx="8938026" cy="4487159"/>
          </a:xfrm>
          <a:prstGeom prst="rect">
            <a:avLst/>
          </a:prstGeom>
        </p:spPr>
      </p:pic>
      <p:sp>
        <p:nvSpPr>
          <p:cNvPr id="6" name="TextBox 5">
            <a:extLst>
              <a:ext uri="{FF2B5EF4-FFF2-40B4-BE49-F238E27FC236}">
                <a16:creationId xmlns:a16="http://schemas.microsoft.com/office/drawing/2014/main" id="{CC98C478-D20A-1DF8-AF55-90081582C2CF}"/>
              </a:ext>
            </a:extLst>
          </p:cNvPr>
          <p:cNvSpPr txBox="1"/>
          <p:nvPr/>
        </p:nvSpPr>
        <p:spPr>
          <a:xfrm>
            <a:off x="1" y="4487159"/>
            <a:ext cx="12191999" cy="646331"/>
          </a:xfrm>
          <a:prstGeom prst="rect">
            <a:avLst/>
          </a:prstGeom>
          <a:noFill/>
        </p:spPr>
        <p:txBody>
          <a:bodyPr wrap="square" rtlCol="0">
            <a:spAutoFit/>
          </a:bodyPr>
          <a:lstStyle/>
          <a:p>
            <a:r>
              <a:rPr lang="en-US" dirty="0">
                <a:latin typeface="Sans Book"/>
              </a:rPr>
              <a:t>The basket analysis reveals that "American </a:t>
            </a:r>
            <a:r>
              <a:rPr lang="en-US" dirty="0" err="1">
                <a:latin typeface="Sans Book"/>
              </a:rPr>
              <a:t>Chopsuey</a:t>
            </a:r>
            <a:r>
              <a:rPr lang="en-US" dirty="0">
                <a:latin typeface="Sans Book"/>
              </a:rPr>
              <a:t>" and "Pizza Dosa" are the top-selling items, suggesting an opportunity to create appealing combo meals to boost sales.</a:t>
            </a:r>
          </a:p>
        </p:txBody>
      </p:sp>
    </p:spTree>
    <p:extLst>
      <p:ext uri="{BB962C8B-B14F-4D97-AF65-F5344CB8AC3E}">
        <p14:creationId xmlns:p14="http://schemas.microsoft.com/office/powerpoint/2010/main" val="2462127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EFD35-B300-1810-B00B-85DBA11C5CD5}"/>
              </a:ext>
            </a:extLst>
          </p:cNvPr>
          <p:cNvSpPr>
            <a:spLocks noGrp="1"/>
          </p:cNvSpPr>
          <p:nvPr>
            <p:ph type="title"/>
          </p:nvPr>
        </p:nvSpPr>
        <p:spPr>
          <a:xfrm>
            <a:off x="352425" y="365125"/>
            <a:ext cx="11687175" cy="1325563"/>
          </a:xfrm>
        </p:spPr>
        <p:txBody>
          <a:bodyPr/>
          <a:lstStyle/>
          <a:p>
            <a:r>
              <a:rPr lang="en-US" b="1" dirty="0">
                <a:latin typeface="Sans Book"/>
              </a:rPr>
              <a:t>Assumptions:</a:t>
            </a:r>
            <a:endParaRPr lang="en-US" dirty="0">
              <a:latin typeface="Sans Book"/>
            </a:endParaRPr>
          </a:p>
        </p:txBody>
      </p:sp>
      <p:sp>
        <p:nvSpPr>
          <p:cNvPr id="3" name="Content Placeholder 2">
            <a:extLst>
              <a:ext uri="{FF2B5EF4-FFF2-40B4-BE49-F238E27FC236}">
                <a16:creationId xmlns:a16="http://schemas.microsoft.com/office/drawing/2014/main" id="{970FA093-D273-D124-60F1-82FA3305DBDE}"/>
              </a:ext>
            </a:extLst>
          </p:cNvPr>
          <p:cNvSpPr>
            <a:spLocks noGrp="1"/>
          </p:cNvSpPr>
          <p:nvPr>
            <p:ph idx="1"/>
          </p:nvPr>
        </p:nvSpPr>
        <p:spPr>
          <a:xfrm>
            <a:off x="352425" y="1690688"/>
            <a:ext cx="11687175" cy="4957761"/>
          </a:xfrm>
        </p:spPr>
        <p:txBody>
          <a:bodyPr>
            <a:normAutofit fontScale="92500" lnSpcReduction="10000"/>
          </a:bodyPr>
          <a:lstStyle/>
          <a:p>
            <a:pPr marL="0" indent="0">
              <a:buNone/>
            </a:pPr>
            <a:r>
              <a:rPr lang="en-US" b="1" dirty="0">
                <a:latin typeface="Sans Book"/>
              </a:rPr>
              <a:t>Top-Selling Product</a:t>
            </a:r>
          </a:p>
          <a:p>
            <a:pPr marL="0" indent="0">
              <a:buNone/>
            </a:pPr>
            <a:r>
              <a:rPr lang="en-US" b="1" dirty="0">
                <a:latin typeface="Sans Book"/>
              </a:rPr>
              <a:t>Assumption:</a:t>
            </a:r>
            <a:r>
              <a:rPr lang="en-US" dirty="0">
                <a:latin typeface="Sans Book"/>
              </a:rPr>
              <a:t> “Pizza dosa” popularity stems from customer loyalty and effective promotional campaigns.</a:t>
            </a:r>
          </a:p>
          <a:p>
            <a:pPr marL="0" indent="0">
              <a:buNone/>
            </a:pPr>
            <a:r>
              <a:rPr lang="en-US" b="1" dirty="0">
                <a:latin typeface="Sans Book"/>
              </a:rPr>
              <a:t>Sales Trend over Time</a:t>
            </a:r>
          </a:p>
          <a:p>
            <a:pPr marL="0" indent="0">
              <a:buNone/>
            </a:pPr>
            <a:r>
              <a:rPr lang="en-US" b="1" dirty="0">
                <a:latin typeface="Sans Book"/>
              </a:rPr>
              <a:t>Assumption:</a:t>
            </a:r>
            <a:r>
              <a:rPr lang="en-US" dirty="0">
                <a:latin typeface="Sans Book"/>
              </a:rPr>
              <a:t> Sales peak during weekends, influenced by higher foot traffic and social gatherings.</a:t>
            </a:r>
          </a:p>
          <a:p>
            <a:pPr marL="0" indent="0">
              <a:buNone/>
            </a:pPr>
            <a:r>
              <a:rPr lang="en-US" b="1" dirty="0">
                <a:latin typeface="Sans Book"/>
              </a:rPr>
              <a:t>Customer Order Pattern</a:t>
            </a:r>
          </a:p>
          <a:p>
            <a:pPr marL="0" indent="0">
              <a:buNone/>
            </a:pPr>
            <a:r>
              <a:rPr lang="en-US" b="1" dirty="0">
                <a:latin typeface="Sans Book"/>
              </a:rPr>
              <a:t>Assumption:</a:t>
            </a:r>
            <a:r>
              <a:rPr lang="en-US" dirty="0">
                <a:latin typeface="Sans Book"/>
              </a:rPr>
              <a:t> The strong dine-in preference (96.25%) indicates a successful experience but reveals an opportunity to improve takeaway service awareness and appeal. </a:t>
            </a:r>
          </a:p>
          <a:p>
            <a:pPr marL="0" indent="0">
              <a:buNone/>
            </a:pPr>
            <a:r>
              <a:rPr lang="en-US" b="1" dirty="0">
                <a:latin typeface="Sans Book"/>
              </a:rPr>
              <a:t>Basket Analysis for Combo Meals</a:t>
            </a:r>
          </a:p>
          <a:p>
            <a:pPr marL="0" indent="0">
              <a:buNone/>
            </a:pPr>
            <a:r>
              <a:rPr lang="en-US" b="1" dirty="0">
                <a:latin typeface="Sans Book"/>
              </a:rPr>
              <a:t>Assumption:</a:t>
            </a:r>
            <a:r>
              <a:rPr lang="en-US" dirty="0">
                <a:latin typeface="Sans Book"/>
              </a:rPr>
              <a:t> The pairing of "American </a:t>
            </a:r>
            <a:r>
              <a:rPr lang="en-US" dirty="0" err="1">
                <a:latin typeface="Sans Book"/>
              </a:rPr>
              <a:t>Chopsuey</a:t>
            </a:r>
            <a:r>
              <a:rPr lang="en-US" dirty="0">
                <a:latin typeface="Sans Book"/>
              </a:rPr>
              <a:t>" and "Pizza Dosa" suggests a strong opportunity for combo meal promotions.</a:t>
            </a:r>
          </a:p>
        </p:txBody>
      </p:sp>
    </p:spTree>
    <p:extLst>
      <p:ext uri="{BB962C8B-B14F-4D97-AF65-F5344CB8AC3E}">
        <p14:creationId xmlns:p14="http://schemas.microsoft.com/office/powerpoint/2010/main" val="4090366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BC940-8BA8-FEFA-F632-8E7275B02004}"/>
              </a:ext>
            </a:extLst>
          </p:cNvPr>
          <p:cNvSpPr>
            <a:spLocks noGrp="1"/>
          </p:cNvSpPr>
          <p:nvPr>
            <p:ph type="title"/>
          </p:nvPr>
        </p:nvSpPr>
        <p:spPr/>
        <p:txBody>
          <a:bodyPr>
            <a:normAutofit/>
          </a:bodyPr>
          <a:lstStyle/>
          <a:p>
            <a:r>
              <a:rPr lang="en-US" b="1" dirty="0">
                <a:latin typeface="Sans Book"/>
              </a:rPr>
              <a:t>Limitations</a:t>
            </a:r>
            <a:br>
              <a:rPr lang="en-US" b="1" dirty="0">
                <a:latin typeface="Sans Book"/>
              </a:rPr>
            </a:br>
            <a:r>
              <a:rPr lang="en-US" sz="2000" dirty="0">
                <a:latin typeface="Sans Book"/>
              </a:rPr>
              <a:t>Despite the robust analysis, several limitations should be acknowledged to provide a balanced view of the insights:</a:t>
            </a:r>
          </a:p>
        </p:txBody>
      </p:sp>
      <p:sp>
        <p:nvSpPr>
          <p:cNvPr id="3" name="Content Placeholder 2">
            <a:extLst>
              <a:ext uri="{FF2B5EF4-FFF2-40B4-BE49-F238E27FC236}">
                <a16:creationId xmlns:a16="http://schemas.microsoft.com/office/drawing/2014/main" id="{90FEC66C-05EB-AD9D-2F36-48203F592E19}"/>
              </a:ext>
            </a:extLst>
          </p:cNvPr>
          <p:cNvSpPr>
            <a:spLocks noGrp="1"/>
          </p:cNvSpPr>
          <p:nvPr>
            <p:ph idx="1"/>
          </p:nvPr>
        </p:nvSpPr>
        <p:spPr>
          <a:xfrm>
            <a:off x="838200" y="2014161"/>
            <a:ext cx="10515600" cy="4122688"/>
          </a:xfrm>
        </p:spPr>
        <p:txBody>
          <a:bodyPr>
            <a:normAutofit fontScale="70000" lnSpcReduction="20000"/>
          </a:bodyPr>
          <a:lstStyle/>
          <a:p>
            <a:pPr>
              <a:buFont typeface="Arial" panose="020B0604020202020204" pitchFamily="34" charset="0"/>
              <a:buChar char="•"/>
            </a:pPr>
            <a:r>
              <a:rPr lang="en-US" sz="2600" b="1" dirty="0">
                <a:latin typeface="Sans Book"/>
              </a:rPr>
              <a:t>Seasonality:</a:t>
            </a:r>
            <a:endParaRPr lang="en-US" sz="2600" dirty="0">
              <a:latin typeface="Sans Book"/>
            </a:endParaRPr>
          </a:p>
          <a:p>
            <a:pPr marL="742950" lvl="1" indent="-285750">
              <a:buFont typeface="Arial" panose="020B0604020202020204" pitchFamily="34" charset="0"/>
              <a:buChar char="•"/>
            </a:pPr>
            <a:r>
              <a:rPr lang="en-US" sz="2600" dirty="0">
                <a:latin typeface="Sans Book"/>
              </a:rPr>
              <a:t>The data does not account for seasonal changes in customer preferences, which might significantly impact sales. For example, some items may perform better during summer or winter.</a:t>
            </a:r>
          </a:p>
          <a:p>
            <a:pPr>
              <a:buFont typeface="Arial" panose="020B0604020202020204" pitchFamily="34" charset="0"/>
              <a:buChar char="•"/>
            </a:pPr>
            <a:r>
              <a:rPr lang="en-US" sz="2600" b="1" dirty="0">
                <a:latin typeface="Sans Book"/>
              </a:rPr>
              <a:t>Data Completeness:</a:t>
            </a:r>
            <a:endParaRPr lang="en-US" sz="2600" dirty="0">
              <a:latin typeface="Sans Book"/>
            </a:endParaRPr>
          </a:p>
          <a:p>
            <a:pPr marL="742950" lvl="1" indent="-285750">
              <a:buFont typeface="Arial" panose="020B0604020202020204" pitchFamily="34" charset="0"/>
              <a:buChar char="•"/>
            </a:pPr>
            <a:r>
              <a:rPr lang="en-US" sz="2600" dirty="0">
                <a:latin typeface="Sans Book"/>
              </a:rPr>
              <a:t>The analysis assumes that the data provided is complete and representative of all sales transactions. Missing or inaccurate data may skew the results and lead to misleading conclusions.</a:t>
            </a:r>
          </a:p>
          <a:p>
            <a:pPr>
              <a:buFont typeface="Arial" panose="020B0604020202020204" pitchFamily="34" charset="0"/>
              <a:buChar char="•"/>
            </a:pPr>
            <a:r>
              <a:rPr lang="en-US" sz="2600" b="1" dirty="0">
                <a:latin typeface="Sans Book"/>
              </a:rPr>
              <a:t>External Factors:</a:t>
            </a:r>
            <a:endParaRPr lang="en-US" sz="2600" dirty="0">
              <a:latin typeface="Sans Book"/>
            </a:endParaRPr>
          </a:p>
          <a:p>
            <a:pPr marL="742950" lvl="1" indent="-285750">
              <a:buFont typeface="Arial" panose="020B0604020202020204" pitchFamily="34" charset="0"/>
              <a:buChar char="•"/>
            </a:pPr>
            <a:r>
              <a:rPr lang="en-US" sz="2600" dirty="0">
                <a:latin typeface="Sans Book"/>
              </a:rPr>
              <a:t>External factors such as special promotions, marketing campaigns, or changes in menu pricing were not factored into the analysis. These factors could influence customer purchasing behavior and alter the sales dynamics.</a:t>
            </a:r>
          </a:p>
          <a:p>
            <a:pPr>
              <a:buFont typeface="Arial" panose="020B0604020202020204" pitchFamily="34" charset="0"/>
              <a:buChar char="•"/>
            </a:pPr>
            <a:r>
              <a:rPr lang="en-US" sz="2600" b="1" dirty="0">
                <a:latin typeface="Sans Book"/>
              </a:rPr>
              <a:t>Limited Time Period:</a:t>
            </a:r>
            <a:endParaRPr lang="en-US" sz="2600" dirty="0">
              <a:latin typeface="Sans Book"/>
            </a:endParaRPr>
          </a:p>
          <a:p>
            <a:pPr marL="742950" lvl="1" indent="-285750">
              <a:buFont typeface="Arial" panose="020B0604020202020204" pitchFamily="34" charset="0"/>
              <a:buChar char="•"/>
            </a:pPr>
            <a:r>
              <a:rPr lang="en-US" sz="2600" dirty="0">
                <a:latin typeface="Sans Book"/>
              </a:rPr>
              <a:t>The analysis is based on data from a specific time period. Long-term trends may not be captured, and insights could change if the analysis covers a different or broader timeframe.</a:t>
            </a:r>
          </a:p>
          <a:p>
            <a:pPr>
              <a:buFont typeface="Arial" panose="020B0604020202020204" pitchFamily="34" charset="0"/>
              <a:buChar char="•"/>
            </a:pPr>
            <a:r>
              <a:rPr lang="en-US" sz="2600" b="1" dirty="0">
                <a:latin typeface="Sans Book"/>
              </a:rPr>
              <a:t>Customer Segmentation:</a:t>
            </a:r>
            <a:endParaRPr lang="en-US" sz="2600" dirty="0">
              <a:latin typeface="Sans Book"/>
            </a:endParaRPr>
          </a:p>
          <a:p>
            <a:pPr marL="742950" lvl="1" indent="-285750">
              <a:buFont typeface="Arial" panose="020B0604020202020204" pitchFamily="34" charset="0"/>
              <a:buChar char="•"/>
            </a:pPr>
            <a:r>
              <a:rPr lang="en-US" sz="2600" dirty="0">
                <a:latin typeface="Sans Book"/>
              </a:rPr>
              <a:t>The analysis does not include customer demographic data, such as age or income, which could provide a deeper understanding of customer behavior and preferences.</a:t>
            </a:r>
          </a:p>
        </p:txBody>
      </p:sp>
    </p:spTree>
    <p:extLst>
      <p:ext uri="{BB962C8B-B14F-4D97-AF65-F5344CB8AC3E}">
        <p14:creationId xmlns:p14="http://schemas.microsoft.com/office/powerpoint/2010/main" val="3026722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4B3AF-8856-D2DA-978A-E1C8977770FB}"/>
              </a:ext>
            </a:extLst>
          </p:cNvPr>
          <p:cNvSpPr>
            <a:spLocks noGrp="1"/>
          </p:cNvSpPr>
          <p:nvPr>
            <p:ph type="title"/>
          </p:nvPr>
        </p:nvSpPr>
        <p:spPr>
          <a:xfrm>
            <a:off x="536543" y="543449"/>
            <a:ext cx="10515600" cy="898067"/>
          </a:xfrm>
        </p:spPr>
        <p:txBody>
          <a:bodyPr/>
          <a:lstStyle/>
          <a:p>
            <a:r>
              <a:rPr lang="en-US" b="1" dirty="0"/>
              <a:t> </a:t>
            </a:r>
            <a:r>
              <a:rPr lang="en-US" b="1" dirty="0">
                <a:latin typeface="Sans Book"/>
              </a:rPr>
              <a:t>Additional Business Insights</a:t>
            </a:r>
            <a:endParaRPr lang="en-US" dirty="0">
              <a:latin typeface="Sans Book"/>
            </a:endParaRPr>
          </a:p>
        </p:txBody>
      </p:sp>
      <p:sp>
        <p:nvSpPr>
          <p:cNvPr id="3" name="Content Placeholder 2">
            <a:extLst>
              <a:ext uri="{FF2B5EF4-FFF2-40B4-BE49-F238E27FC236}">
                <a16:creationId xmlns:a16="http://schemas.microsoft.com/office/drawing/2014/main" id="{3AECBFC3-CB28-7791-187E-E70DE4F2DEC2}"/>
              </a:ext>
            </a:extLst>
          </p:cNvPr>
          <p:cNvSpPr>
            <a:spLocks noGrp="1"/>
          </p:cNvSpPr>
          <p:nvPr>
            <p:ph idx="1"/>
          </p:nvPr>
        </p:nvSpPr>
        <p:spPr>
          <a:xfrm>
            <a:off x="536543" y="1819374"/>
            <a:ext cx="10515600" cy="4918598"/>
          </a:xfrm>
        </p:spPr>
        <p:txBody>
          <a:bodyPr>
            <a:normAutofit fontScale="55000" lnSpcReduction="20000"/>
          </a:bodyPr>
          <a:lstStyle/>
          <a:p>
            <a:pPr>
              <a:buFont typeface="+mj-lt"/>
              <a:buAutoNum type="arabicPeriod"/>
            </a:pPr>
            <a:r>
              <a:rPr lang="en-US" sz="3600" b="1" dirty="0">
                <a:latin typeface="Sans Book"/>
              </a:rPr>
              <a:t>Menu Optimization:</a:t>
            </a:r>
            <a:r>
              <a:rPr lang="en-US" sz="3600" dirty="0">
                <a:latin typeface="Sans Book"/>
              </a:rPr>
              <a:t> Consider removing low-selling items from the menu, like "Plain Dosa," and replace them with more popular options to streamline offerings.</a:t>
            </a:r>
          </a:p>
          <a:p>
            <a:pPr>
              <a:buFont typeface="+mj-lt"/>
              <a:buAutoNum type="arabicPeriod"/>
            </a:pPr>
            <a:r>
              <a:rPr lang="en-US" sz="3600" b="1" dirty="0">
                <a:latin typeface="Sans Book"/>
              </a:rPr>
              <a:t>Targeted Promotions:</a:t>
            </a:r>
            <a:r>
              <a:rPr lang="en-US" sz="3600" dirty="0">
                <a:latin typeface="Sans Book"/>
              </a:rPr>
              <a:t> Launch promotional campaigns for high-performing items, especially on weekends, to capitalize on peak sales periods.</a:t>
            </a:r>
          </a:p>
          <a:p>
            <a:pPr>
              <a:buFont typeface="+mj-lt"/>
              <a:buAutoNum type="arabicPeriod"/>
            </a:pPr>
            <a:r>
              <a:rPr lang="en-US" sz="3600" b="1" dirty="0">
                <a:latin typeface="Sans Book"/>
              </a:rPr>
              <a:t>Customer Preferences:</a:t>
            </a:r>
            <a:r>
              <a:rPr lang="en-US" sz="3600" dirty="0">
                <a:latin typeface="Sans Book"/>
              </a:rPr>
              <a:t> Focus on enhancing dining experiences for "Eat In" customers, who constitute 96.25% of orders, by improving ambiance and service during peak hours.</a:t>
            </a:r>
          </a:p>
          <a:p>
            <a:pPr>
              <a:buFont typeface="+mj-lt"/>
              <a:buAutoNum type="arabicPeriod"/>
            </a:pPr>
            <a:r>
              <a:rPr lang="en-US" sz="3600" b="1" dirty="0">
                <a:latin typeface="Sans Book"/>
              </a:rPr>
              <a:t>Combo Meal Marketing:</a:t>
            </a:r>
            <a:r>
              <a:rPr lang="en-US" sz="3600" dirty="0">
                <a:latin typeface="Sans Book"/>
              </a:rPr>
              <a:t> Promote combo meals based on the market basket analysis to encourage customers to try complementary dishes together.</a:t>
            </a:r>
          </a:p>
          <a:p>
            <a:pPr>
              <a:buFont typeface="+mj-lt"/>
              <a:buAutoNum type="arabicPeriod"/>
            </a:pPr>
            <a:r>
              <a:rPr lang="en-US" sz="3600" b="1" dirty="0">
                <a:latin typeface="Sans Book"/>
              </a:rPr>
              <a:t>Feedback Loop:</a:t>
            </a:r>
            <a:r>
              <a:rPr lang="en-US" sz="3600" dirty="0">
                <a:latin typeface="Sans Book"/>
              </a:rPr>
              <a:t> Implement regular customer feedback sessions to understand preferences and tailor menu offerings accordingly.</a:t>
            </a:r>
          </a:p>
          <a:p>
            <a:pPr>
              <a:buFont typeface="+mj-lt"/>
              <a:buAutoNum type="arabicPeriod"/>
            </a:pPr>
            <a:r>
              <a:rPr lang="en-US" sz="3600" b="1" dirty="0">
                <a:latin typeface="Sans Book"/>
              </a:rPr>
              <a:t>Seasonal Offerings:</a:t>
            </a:r>
            <a:r>
              <a:rPr lang="en-US" sz="3600" dirty="0">
                <a:latin typeface="Sans Book"/>
              </a:rPr>
              <a:t> Consider introducing seasonal dishes or limited-time offers that align with customer preferences to stimulate interest and sales.</a:t>
            </a:r>
          </a:p>
          <a:p>
            <a:pPr>
              <a:buFont typeface="+mj-lt"/>
              <a:buAutoNum type="arabicPeriod"/>
            </a:pPr>
            <a:r>
              <a:rPr lang="en-US" sz="3600" b="1" dirty="0">
                <a:latin typeface="Sans Book"/>
              </a:rPr>
              <a:t>Cross-Selling Opportunities:</a:t>
            </a:r>
            <a:r>
              <a:rPr lang="en-US" sz="3600" dirty="0">
                <a:latin typeface="Sans Book"/>
              </a:rPr>
              <a:t> Train staff to suggest add-ons or combos during peak ordering times to increase average order value.</a:t>
            </a:r>
          </a:p>
          <a:p>
            <a:r>
              <a:rPr lang="en-US" sz="3600" dirty="0">
                <a:latin typeface="Sans Book"/>
              </a:rPr>
              <a:t>These insights can help refine the restaurant's strategy, improve customer satisfaction, and enhance profitability.</a:t>
            </a:r>
          </a:p>
        </p:txBody>
      </p:sp>
    </p:spTree>
    <p:extLst>
      <p:ext uri="{BB962C8B-B14F-4D97-AF65-F5344CB8AC3E}">
        <p14:creationId xmlns:p14="http://schemas.microsoft.com/office/powerpoint/2010/main" val="2775488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AEC74-B36A-5EE8-38E7-818ED71E8DAF}"/>
              </a:ext>
            </a:extLst>
          </p:cNvPr>
          <p:cNvSpPr>
            <a:spLocks noGrp="1"/>
          </p:cNvSpPr>
          <p:nvPr>
            <p:ph type="title"/>
          </p:nvPr>
        </p:nvSpPr>
        <p:spPr>
          <a:xfrm>
            <a:off x="562897" y="532273"/>
            <a:ext cx="10515600" cy="1325563"/>
          </a:xfrm>
        </p:spPr>
        <p:txBody>
          <a:bodyPr/>
          <a:lstStyle/>
          <a:p>
            <a:r>
              <a:rPr lang="en-US" b="1" dirty="0">
                <a:latin typeface="Sans Book"/>
              </a:rPr>
              <a:t>Next Steps for the Restaurant</a:t>
            </a:r>
          </a:p>
        </p:txBody>
      </p:sp>
      <p:sp>
        <p:nvSpPr>
          <p:cNvPr id="5" name="Rectangle 2">
            <a:extLst>
              <a:ext uri="{FF2B5EF4-FFF2-40B4-BE49-F238E27FC236}">
                <a16:creationId xmlns:a16="http://schemas.microsoft.com/office/drawing/2014/main" id="{DA80FCF8-BC3F-45DE-829A-8F5D4E84C1A9}"/>
              </a:ext>
            </a:extLst>
          </p:cNvPr>
          <p:cNvSpPr>
            <a:spLocks noGrp="1" noChangeArrowheads="1"/>
          </p:cNvSpPr>
          <p:nvPr>
            <p:ph idx="1"/>
          </p:nvPr>
        </p:nvSpPr>
        <p:spPr bwMode="auto">
          <a:xfrm>
            <a:off x="399435" y="1857836"/>
            <a:ext cx="11393129" cy="3831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Sans Book"/>
              </a:rPr>
              <a:t>Data-Driven Menu Changes</a:t>
            </a:r>
            <a:r>
              <a:rPr kumimoji="0" lang="en-US" altLang="en-US" sz="1800" b="0" i="0" u="none" strike="noStrike" cap="none" normalizeH="0" baseline="0" dirty="0">
                <a:ln>
                  <a:noFill/>
                </a:ln>
                <a:solidFill>
                  <a:schemeClr val="tx1"/>
                </a:solidFill>
                <a:effectLst/>
                <a:latin typeface="Sans Book"/>
              </a:rPr>
              <a:t>: Review sales data regularly to identify and modify underperforming items. Add seasonal dishes based on order trends.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Sans Book"/>
              </a:rPr>
              <a:t>Advanced Analytics Tools</a:t>
            </a:r>
            <a:r>
              <a:rPr kumimoji="0" lang="en-US" altLang="en-US" sz="1800" b="0" i="0" u="none" strike="noStrike" cap="none" normalizeH="0" baseline="0" dirty="0">
                <a:ln>
                  <a:noFill/>
                </a:ln>
                <a:solidFill>
                  <a:schemeClr val="tx1"/>
                </a:solidFill>
                <a:effectLst/>
                <a:latin typeface="Sans Book"/>
              </a:rPr>
              <a:t>: Invest in tools like Tableau for visualizing trends and deeper sales insights.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Sans Book"/>
              </a:rPr>
              <a:t>Regular Review Process</a:t>
            </a:r>
            <a:r>
              <a:rPr kumimoji="0" lang="en-US" altLang="en-US" sz="1800" b="0" i="0" u="none" strike="noStrike" cap="none" normalizeH="0" baseline="0" dirty="0">
                <a:ln>
                  <a:noFill/>
                </a:ln>
                <a:solidFill>
                  <a:schemeClr val="tx1"/>
                </a:solidFill>
                <a:effectLst/>
                <a:latin typeface="Sans Book"/>
              </a:rPr>
              <a:t>: Hold monthly or quarterly meetings to discuss performance using analytics.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Sans Book"/>
              </a:rPr>
              <a:t>Staff Training</a:t>
            </a:r>
            <a:r>
              <a:rPr kumimoji="0" lang="en-US" altLang="en-US" sz="1800" b="0" i="0" u="none" strike="noStrike" cap="none" normalizeH="0" baseline="0" dirty="0">
                <a:ln>
                  <a:noFill/>
                </a:ln>
                <a:solidFill>
                  <a:schemeClr val="tx1"/>
                </a:solidFill>
                <a:effectLst/>
                <a:latin typeface="Sans Book"/>
              </a:rPr>
              <a:t>: Train staff on data analytics for better decision-making.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Sans Book"/>
              </a:rPr>
              <a:t>Customer Feedback</a:t>
            </a:r>
            <a:r>
              <a:rPr kumimoji="0" lang="en-US" altLang="en-US" sz="1800" b="0" i="0" u="none" strike="noStrike" cap="none" normalizeH="0" baseline="0" dirty="0">
                <a:ln>
                  <a:noFill/>
                </a:ln>
                <a:solidFill>
                  <a:schemeClr val="tx1"/>
                </a:solidFill>
                <a:effectLst/>
                <a:latin typeface="Sans Book"/>
              </a:rPr>
              <a:t>: Capture and analyze feedback to guide menu and service improvements.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Sans Book"/>
              </a:rPr>
              <a:t>Campaign Evaluation</a:t>
            </a:r>
            <a:r>
              <a:rPr kumimoji="0" lang="en-US" altLang="en-US" sz="1800" b="0" i="0" u="none" strike="noStrike" cap="none" normalizeH="0" baseline="0" dirty="0">
                <a:ln>
                  <a:noFill/>
                </a:ln>
                <a:solidFill>
                  <a:schemeClr val="tx1"/>
                </a:solidFill>
                <a:effectLst/>
                <a:latin typeface="Sans Book"/>
              </a:rPr>
              <a:t>: Measure the impact of promotions to refine strategies.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Sans Book"/>
              </a:rPr>
              <a:t>Staffing Efficiency</a:t>
            </a:r>
            <a:r>
              <a:rPr kumimoji="0" lang="en-US" altLang="en-US" sz="1800" b="0" i="0" u="none" strike="noStrike" cap="none" normalizeH="0" baseline="0" dirty="0">
                <a:ln>
                  <a:noFill/>
                </a:ln>
                <a:solidFill>
                  <a:schemeClr val="tx1"/>
                </a:solidFill>
                <a:effectLst/>
                <a:latin typeface="Sans Book"/>
              </a:rPr>
              <a:t>: Optimize staff schedules based on peak sales times.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Sans Book"/>
              </a:rPr>
              <a:t>Cross-Promotional Strategies</a:t>
            </a:r>
            <a:r>
              <a:rPr kumimoji="0" lang="en-US" altLang="en-US" sz="1800" b="0" i="0" u="none" strike="noStrike" cap="none" normalizeH="0" baseline="0" dirty="0">
                <a:ln>
                  <a:noFill/>
                </a:ln>
                <a:solidFill>
                  <a:schemeClr val="tx1"/>
                </a:solidFill>
                <a:effectLst/>
                <a:latin typeface="Sans Book"/>
              </a:rPr>
              <a:t>: Use basket analysis to create combo offers and increase order value.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06187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E6BD5-466D-F4FE-02A6-91579CF22B67}"/>
              </a:ext>
            </a:extLst>
          </p:cNvPr>
          <p:cNvSpPr>
            <a:spLocks noGrp="1"/>
          </p:cNvSpPr>
          <p:nvPr>
            <p:ph type="ctrTitle"/>
          </p:nvPr>
        </p:nvSpPr>
        <p:spPr>
          <a:xfrm>
            <a:off x="477624" y="2752725"/>
            <a:ext cx="11236751" cy="1142681"/>
          </a:xfrm>
          <a:ln>
            <a:solidFill>
              <a:schemeClr val="bg1">
                <a:lumMod val="95000"/>
              </a:schemeClr>
            </a:solidFill>
          </a:ln>
        </p:spPr>
        <p:txBody>
          <a:bodyPr>
            <a:noAutofit/>
          </a:bodyPr>
          <a:lstStyle/>
          <a:p>
            <a:r>
              <a:rPr lang="en-US" sz="6600" b="1" dirty="0">
                <a:latin typeface="Sans Book"/>
              </a:rPr>
              <a:t>Thankyou</a:t>
            </a:r>
          </a:p>
        </p:txBody>
      </p:sp>
    </p:spTree>
    <p:extLst>
      <p:ext uri="{BB962C8B-B14F-4D97-AF65-F5344CB8AC3E}">
        <p14:creationId xmlns:p14="http://schemas.microsoft.com/office/powerpoint/2010/main" val="2349601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221</TotalTime>
  <Words>1101</Words>
  <Application>Microsoft Office PowerPoint</Application>
  <PresentationFormat>Widescreen</PresentationFormat>
  <Paragraphs>69</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Sans Book</vt:lpstr>
      <vt:lpstr>Arial</vt:lpstr>
      <vt:lpstr>Calibri</vt:lpstr>
      <vt:lpstr>Calibri Light</vt:lpstr>
      <vt:lpstr>Office Theme</vt:lpstr>
      <vt:lpstr>Restaurant Performance Analysis : Report</vt:lpstr>
      <vt:lpstr>Insights</vt:lpstr>
      <vt:lpstr>Business Objectives: The primary objectives of this analysis are to answer key business questions that will help improve the restaurant’s menu offerings, streamline operations, and boost sales. Specifically, the analysis seeks to:</vt:lpstr>
      <vt:lpstr>Process of Analysis And Assumptions </vt:lpstr>
      <vt:lpstr>PowerPoint Presentation</vt:lpstr>
      <vt:lpstr>PowerPoint Presentation</vt:lpstr>
      <vt:lpstr>PowerPoint Presentation</vt:lpstr>
      <vt:lpstr>PowerPoint Presentation</vt:lpstr>
      <vt:lpstr>Assumptions:</vt:lpstr>
      <vt:lpstr>Limitations Despite the robust analysis, several limitations should be acknowledged to provide a balanced view of the insights:</vt:lpstr>
      <vt:lpstr> Additional Business Insights</vt:lpstr>
      <vt:lpstr>Next Steps for the Restaurant</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Nandini soni</dc:creator>
  <cp:lastModifiedBy>Nandini soni</cp:lastModifiedBy>
  <cp:revision>1</cp:revision>
  <dcterms:created xsi:type="dcterms:W3CDTF">2024-09-27T15:51:53Z</dcterms:created>
  <dcterms:modified xsi:type="dcterms:W3CDTF">2024-09-29T09:31:45Z</dcterms:modified>
</cp:coreProperties>
</file>