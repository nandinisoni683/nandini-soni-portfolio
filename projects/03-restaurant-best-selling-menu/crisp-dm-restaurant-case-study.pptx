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 id="2147483710" r:id="rId2"/>
  </p:sldMasterIdLst>
  <p:sldIdLst>
    <p:sldId id="256" r:id="rId3"/>
    <p:sldId id="277" r:id="rId4"/>
    <p:sldId id="257" r:id="rId5"/>
    <p:sldId id="263" r:id="rId6"/>
    <p:sldId id="264" r:id="rId7"/>
    <p:sldId id="259" r:id="rId8"/>
    <p:sldId id="265" r:id="rId9"/>
    <p:sldId id="266" r:id="rId10"/>
    <p:sldId id="267" r:id="rId11"/>
    <p:sldId id="268" r:id="rId12"/>
    <p:sldId id="269" r:id="rId13"/>
    <p:sldId id="260" r:id="rId14"/>
    <p:sldId id="275" r:id="rId15"/>
    <p:sldId id="274" r:id="rId16"/>
    <p:sldId id="273" r:id="rId17"/>
    <p:sldId id="272" r:id="rId18"/>
    <p:sldId id="271" r:id="rId19"/>
    <p:sldId id="270" r:id="rId20"/>
    <p:sldId id="276" r:id="rId21"/>
    <p:sldId id="262"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80"/>
    <a:srgbClr val="A7C7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soni" userId="c36e45faac3b5262" providerId="LiveId" clId="{446FC71E-BAB9-484E-82CD-6B53A11846EE}"/>
    <pc:docChg chg="modSld">
      <pc:chgData name="Nandini soni" userId="c36e45faac3b5262" providerId="LiveId" clId="{446FC71E-BAB9-484E-82CD-6B53A11846EE}" dt="2024-09-25T10:11:51.126" v="50" actId="14100"/>
      <pc:docMkLst>
        <pc:docMk/>
      </pc:docMkLst>
      <pc:sldChg chg="modSp mod">
        <pc:chgData name="Nandini soni" userId="c36e45faac3b5262" providerId="LiveId" clId="{446FC71E-BAB9-484E-82CD-6B53A11846EE}" dt="2024-09-25T10:09:11.009" v="22" actId="1076"/>
        <pc:sldMkLst>
          <pc:docMk/>
          <pc:sldMk cId="0" sldId="259"/>
        </pc:sldMkLst>
        <pc:spChg chg="mod">
          <ac:chgData name="Nandini soni" userId="c36e45faac3b5262" providerId="LiveId" clId="{446FC71E-BAB9-484E-82CD-6B53A11846EE}" dt="2024-09-25T10:09:11.009" v="22" actId="1076"/>
          <ac:spMkLst>
            <pc:docMk/>
            <pc:sldMk cId="0" sldId="259"/>
            <ac:spMk id="3" creationId="{00000000-0000-0000-0000-000000000000}"/>
          </ac:spMkLst>
        </pc:spChg>
      </pc:sldChg>
      <pc:sldChg chg="modSp mod">
        <pc:chgData name="Nandini soni" userId="c36e45faac3b5262" providerId="LiveId" clId="{446FC71E-BAB9-484E-82CD-6B53A11846EE}" dt="2024-09-25T10:09:55.738" v="30" actId="1076"/>
        <pc:sldMkLst>
          <pc:docMk/>
          <pc:sldMk cId="0" sldId="260"/>
        </pc:sldMkLst>
        <pc:spChg chg="mod">
          <ac:chgData name="Nandini soni" userId="c36e45faac3b5262" providerId="LiveId" clId="{446FC71E-BAB9-484E-82CD-6B53A11846EE}" dt="2024-09-25T10:09:55.738" v="30" actId="1076"/>
          <ac:spMkLst>
            <pc:docMk/>
            <pc:sldMk cId="0" sldId="260"/>
            <ac:spMk id="2" creationId="{00000000-0000-0000-0000-000000000000}"/>
          </ac:spMkLst>
        </pc:spChg>
        <pc:spChg chg="mod">
          <ac:chgData name="Nandini soni" userId="c36e45faac3b5262" providerId="LiveId" clId="{446FC71E-BAB9-484E-82CD-6B53A11846EE}" dt="2024-09-25T10:09:51.802" v="29" actId="1076"/>
          <ac:spMkLst>
            <pc:docMk/>
            <pc:sldMk cId="0" sldId="260"/>
            <ac:spMk id="3" creationId="{00000000-0000-0000-0000-000000000000}"/>
          </ac:spMkLst>
        </pc:spChg>
      </pc:sldChg>
      <pc:sldChg chg="modSp mod">
        <pc:chgData name="Nandini soni" userId="c36e45faac3b5262" providerId="LiveId" clId="{446FC71E-BAB9-484E-82CD-6B53A11846EE}" dt="2024-09-25T10:11:51.126" v="50" actId="14100"/>
        <pc:sldMkLst>
          <pc:docMk/>
          <pc:sldMk cId="0" sldId="262"/>
        </pc:sldMkLst>
        <pc:spChg chg="mod">
          <ac:chgData name="Nandini soni" userId="c36e45faac3b5262" providerId="LiveId" clId="{446FC71E-BAB9-484E-82CD-6B53A11846EE}" dt="2024-09-25T10:11:35.952" v="46" actId="1076"/>
          <ac:spMkLst>
            <pc:docMk/>
            <pc:sldMk cId="0" sldId="262"/>
            <ac:spMk id="2" creationId="{00000000-0000-0000-0000-000000000000}"/>
          </ac:spMkLst>
        </pc:spChg>
        <pc:spChg chg="mod">
          <ac:chgData name="Nandini soni" userId="c36e45faac3b5262" providerId="LiveId" clId="{446FC71E-BAB9-484E-82CD-6B53A11846EE}" dt="2024-09-25T10:11:51.126" v="50" actId="14100"/>
          <ac:spMkLst>
            <pc:docMk/>
            <pc:sldMk cId="0" sldId="262"/>
            <ac:spMk id="3" creationId="{00000000-0000-0000-0000-000000000000}"/>
          </ac:spMkLst>
        </pc:spChg>
      </pc:sldChg>
      <pc:sldChg chg="modSp mod">
        <pc:chgData name="Nandini soni" userId="c36e45faac3b5262" providerId="LiveId" clId="{446FC71E-BAB9-484E-82CD-6B53A11846EE}" dt="2024-09-25T10:08:57.269" v="21" actId="1076"/>
        <pc:sldMkLst>
          <pc:docMk/>
          <pc:sldMk cId="1856589132" sldId="263"/>
        </pc:sldMkLst>
        <pc:spChg chg="mod">
          <ac:chgData name="Nandini soni" userId="c36e45faac3b5262" providerId="LiveId" clId="{446FC71E-BAB9-484E-82CD-6B53A11846EE}" dt="2024-09-25T10:08:46.336" v="20" actId="1076"/>
          <ac:spMkLst>
            <pc:docMk/>
            <pc:sldMk cId="1856589132" sldId="263"/>
            <ac:spMk id="2" creationId="{1FB05C43-FD7D-C487-31D2-31E98C6C05DF}"/>
          </ac:spMkLst>
        </pc:spChg>
        <pc:spChg chg="mod">
          <ac:chgData name="Nandini soni" userId="c36e45faac3b5262" providerId="LiveId" clId="{446FC71E-BAB9-484E-82CD-6B53A11846EE}" dt="2024-09-25T10:08:57.269" v="21" actId="1076"/>
          <ac:spMkLst>
            <pc:docMk/>
            <pc:sldMk cId="1856589132" sldId="263"/>
            <ac:spMk id="3" creationId="{84FCE604-2639-C943-AB2A-6F83A496183A}"/>
          </ac:spMkLst>
        </pc:spChg>
      </pc:sldChg>
      <pc:sldChg chg="modSp mod">
        <pc:chgData name="Nandini soni" userId="c36e45faac3b5262" providerId="LiveId" clId="{446FC71E-BAB9-484E-82CD-6B53A11846EE}" dt="2024-09-25T10:09:15.524" v="23" actId="1076"/>
        <pc:sldMkLst>
          <pc:docMk/>
          <pc:sldMk cId="2795604180" sldId="265"/>
        </pc:sldMkLst>
        <pc:spChg chg="mod">
          <ac:chgData name="Nandini soni" userId="c36e45faac3b5262" providerId="LiveId" clId="{446FC71E-BAB9-484E-82CD-6B53A11846EE}" dt="2024-09-25T10:09:15.524" v="23" actId="1076"/>
          <ac:spMkLst>
            <pc:docMk/>
            <pc:sldMk cId="2795604180" sldId="265"/>
            <ac:spMk id="3" creationId="{00000000-0000-0000-0000-000000000000}"/>
          </ac:spMkLst>
        </pc:spChg>
      </pc:sldChg>
      <pc:sldChg chg="modSp mod">
        <pc:chgData name="Nandini soni" userId="c36e45faac3b5262" providerId="LiveId" clId="{446FC71E-BAB9-484E-82CD-6B53A11846EE}" dt="2024-09-25T10:09:21.810" v="24" actId="1076"/>
        <pc:sldMkLst>
          <pc:docMk/>
          <pc:sldMk cId="104070274" sldId="266"/>
        </pc:sldMkLst>
        <pc:spChg chg="mod">
          <ac:chgData name="Nandini soni" userId="c36e45faac3b5262" providerId="LiveId" clId="{446FC71E-BAB9-484E-82CD-6B53A11846EE}" dt="2024-09-25T10:09:21.810" v="24" actId="1076"/>
          <ac:spMkLst>
            <pc:docMk/>
            <pc:sldMk cId="104070274" sldId="266"/>
            <ac:spMk id="3" creationId="{00000000-0000-0000-0000-000000000000}"/>
          </ac:spMkLst>
        </pc:spChg>
      </pc:sldChg>
      <pc:sldChg chg="modSp mod">
        <pc:chgData name="Nandini soni" userId="c36e45faac3b5262" providerId="LiveId" clId="{446FC71E-BAB9-484E-82CD-6B53A11846EE}" dt="2024-09-25T10:09:26.313" v="25" actId="1076"/>
        <pc:sldMkLst>
          <pc:docMk/>
          <pc:sldMk cId="3411263517" sldId="267"/>
        </pc:sldMkLst>
        <pc:spChg chg="mod">
          <ac:chgData name="Nandini soni" userId="c36e45faac3b5262" providerId="LiveId" clId="{446FC71E-BAB9-484E-82CD-6B53A11846EE}" dt="2024-09-25T10:09:26.313" v="25" actId="1076"/>
          <ac:spMkLst>
            <pc:docMk/>
            <pc:sldMk cId="3411263517" sldId="267"/>
            <ac:spMk id="3" creationId="{00000000-0000-0000-0000-000000000000}"/>
          </ac:spMkLst>
        </pc:spChg>
      </pc:sldChg>
      <pc:sldChg chg="modSp mod">
        <pc:chgData name="Nandini soni" userId="c36e45faac3b5262" providerId="LiveId" clId="{446FC71E-BAB9-484E-82CD-6B53A11846EE}" dt="2024-09-25T10:09:39.520" v="27" actId="1076"/>
        <pc:sldMkLst>
          <pc:docMk/>
          <pc:sldMk cId="3290445963" sldId="268"/>
        </pc:sldMkLst>
        <pc:spChg chg="mod">
          <ac:chgData name="Nandini soni" userId="c36e45faac3b5262" providerId="LiveId" clId="{446FC71E-BAB9-484E-82CD-6B53A11846EE}" dt="2024-09-25T10:09:39.520" v="27" actId="1076"/>
          <ac:spMkLst>
            <pc:docMk/>
            <pc:sldMk cId="3290445963" sldId="268"/>
            <ac:spMk id="3" creationId="{00000000-0000-0000-0000-000000000000}"/>
          </ac:spMkLst>
        </pc:spChg>
      </pc:sldChg>
      <pc:sldChg chg="modSp mod">
        <pc:chgData name="Nandini soni" userId="c36e45faac3b5262" providerId="LiveId" clId="{446FC71E-BAB9-484E-82CD-6B53A11846EE}" dt="2024-09-25T10:09:44.942" v="28" actId="1076"/>
        <pc:sldMkLst>
          <pc:docMk/>
          <pc:sldMk cId="1981626036" sldId="269"/>
        </pc:sldMkLst>
        <pc:spChg chg="mod">
          <ac:chgData name="Nandini soni" userId="c36e45faac3b5262" providerId="LiveId" clId="{446FC71E-BAB9-484E-82CD-6B53A11846EE}" dt="2024-09-25T10:09:44.942" v="28" actId="1076"/>
          <ac:spMkLst>
            <pc:docMk/>
            <pc:sldMk cId="1981626036" sldId="269"/>
            <ac:spMk id="3" creationId="{00000000-0000-0000-0000-000000000000}"/>
          </ac:spMkLst>
        </pc:spChg>
      </pc:sldChg>
      <pc:sldChg chg="modSp mod">
        <pc:chgData name="Nandini soni" userId="c36e45faac3b5262" providerId="LiveId" clId="{446FC71E-BAB9-484E-82CD-6B53A11846EE}" dt="2024-09-25T10:11:15.743" v="43" actId="1076"/>
        <pc:sldMkLst>
          <pc:docMk/>
          <pc:sldMk cId="1900678170" sldId="270"/>
        </pc:sldMkLst>
        <pc:spChg chg="mod">
          <ac:chgData name="Nandini soni" userId="c36e45faac3b5262" providerId="LiveId" clId="{446FC71E-BAB9-484E-82CD-6B53A11846EE}" dt="2024-09-25T10:11:15.743" v="43" actId="1076"/>
          <ac:spMkLst>
            <pc:docMk/>
            <pc:sldMk cId="1900678170" sldId="270"/>
            <ac:spMk id="2" creationId="{00000000-0000-0000-0000-000000000000}"/>
          </ac:spMkLst>
        </pc:spChg>
        <pc:spChg chg="mod">
          <ac:chgData name="Nandini soni" userId="c36e45faac3b5262" providerId="LiveId" clId="{446FC71E-BAB9-484E-82CD-6B53A11846EE}" dt="2024-09-25T10:11:13.716" v="42" actId="1076"/>
          <ac:spMkLst>
            <pc:docMk/>
            <pc:sldMk cId="1900678170" sldId="270"/>
            <ac:spMk id="3" creationId="{00000000-0000-0000-0000-000000000000}"/>
          </ac:spMkLst>
        </pc:spChg>
      </pc:sldChg>
      <pc:sldChg chg="modSp mod">
        <pc:chgData name="Nandini soni" userId="c36e45faac3b5262" providerId="LiveId" clId="{446FC71E-BAB9-484E-82CD-6B53A11846EE}" dt="2024-09-25T10:11:08.624" v="41" actId="1076"/>
        <pc:sldMkLst>
          <pc:docMk/>
          <pc:sldMk cId="3362863007" sldId="271"/>
        </pc:sldMkLst>
        <pc:spChg chg="mod">
          <ac:chgData name="Nandini soni" userId="c36e45faac3b5262" providerId="LiveId" clId="{446FC71E-BAB9-484E-82CD-6B53A11846EE}" dt="2024-09-25T10:11:04.865" v="40" actId="1076"/>
          <ac:spMkLst>
            <pc:docMk/>
            <pc:sldMk cId="3362863007" sldId="271"/>
            <ac:spMk id="2" creationId="{00000000-0000-0000-0000-000000000000}"/>
          </ac:spMkLst>
        </pc:spChg>
        <pc:spChg chg="mod">
          <ac:chgData name="Nandini soni" userId="c36e45faac3b5262" providerId="LiveId" clId="{446FC71E-BAB9-484E-82CD-6B53A11846EE}" dt="2024-09-25T10:11:08.624" v="41" actId="1076"/>
          <ac:spMkLst>
            <pc:docMk/>
            <pc:sldMk cId="3362863007" sldId="271"/>
            <ac:spMk id="3" creationId="{00000000-0000-0000-0000-000000000000}"/>
          </ac:spMkLst>
        </pc:spChg>
      </pc:sldChg>
      <pc:sldChg chg="modSp mod">
        <pc:chgData name="Nandini soni" userId="c36e45faac3b5262" providerId="LiveId" clId="{446FC71E-BAB9-484E-82CD-6B53A11846EE}" dt="2024-09-25T10:11:00.704" v="39" actId="1076"/>
        <pc:sldMkLst>
          <pc:docMk/>
          <pc:sldMk cId="1727217949" sldId="272"/>
        </pc:sldMkLst>
        <pc:spChg chg="mod">
          <ac:chgData name="Nandini soni" userId="c36e45faac3b5262" providerId="LiveId" clId="{446FC71E-BAB9-484E-82CD-6B53A11846EE}" dt="2024-09-25T10:10:58.807" v="38" actId="1076"/>
          <ac:spMkLst>
            <pc:docMk/>
            <pc:sldMk cId="1727217949" sldId="272"/>
            <ac:spMk id="2" creationId="{00000000-0000-0000-0000-000000000000}"/>
          </ac:spMkLst>
        </pc:spChg>
        <pc:spChg chg="mod">
          <ac:chgData name="Nandini soni" userId="c36e45faac3b5262" providerId="LiveId" clId="{446FC71E-BAB9-484E-82CD-6B53A11846EE}" dt="2024-09-25T10:11:00.704" v="39" actId="1076"/>
          <ac:spMkLst>
            <pc:docMk/>
            <pc:sldMk cId="1727217949" sldId="272"/>
            <ac:spMk id="3" creationId="{00000000-0000-0000-0000-000000000000}"/>
          </ac:spMkLst>
        </pc:spChg>
      </pc:sldChg>
      <pc:sldChg chg="modSp mod">
        <pc:chgData name="Nandini soni" userId="c36e45faac3b5262" providerId="LiveId" clId="{446FC71E-BAB9-484E-82CD-6B53A11846EE}" dt="2024-09-25T10:10:42.912" v="37" actId="1076"/>
        <pc:sldMkLst>
          <pc:docMk/>
          <pc:sldMk cId="1814047989" sldId="273"/>
        </pc:sldMkLst>
        <pc:spChg chg="mod">
          <ac:chgData name="Nandini soni" userId="c36e45faac3b5262" providerId="LiveId" clId="{446FC71E-BAB9-484E-82CD-6B53A11846EE}" dt="2024-09-25T10:10:36.372" v="36" actId="1076"/>
          <ac:spMkLst>
            <pc:docMk/>
            <pc:sldMk cId="1814047989" sldId="273"/>
            <ac:spMk id="2" creationId="{00000000-0000-0000-0000-000000000000}"/>
          </ac:spMkLst>
        </pc:spChg>
        <pc:spChg chg="mod">
          <ac:chgData name="Nandini soni" userId="c36e45faac3b5262" providerId="LiveId" clId="{446FC71E-BAB9-484E-82CD-6B53A11846EE}" dt="2024-09-25T10:10:42.912" v="37" actId="1076"/>
          <ac:spMkLst>
            <pc:docMk/>
            <pc:sldMk cId="1814047989" sldId="273"/>
            <ac:spMk id="3" creationId="{00000000-0000-0000-0000-000000000000}"/>
          </ac:spMkLst>
        </pc:spChg>
      </pc:sldChg>
      <pc:sldChg chg="modSp mod">
        <pc:chgData name="Nandini soni" userId="c36e45faac3b5262" providerId="LiveId" clId="{446FC71E-BAB9-484E-82CD-6B53A11846EE}" dt="2024-09-25T10:10:24.522" v="34" actId="1076"/>
        <pc:sldMkLst>
          <pc:docMk/>
          <pc:sldMk cId="785150997" sldId="274"/>
        </pc:sldMkLst>
        <pc:spChg chg="mod">
          <ac:chgData name="Nandini soni" userId="c36e45faac3b5262" providerId="LiveId" clId="{446FC71E-BAB9-484E-82CD-6B53A11846EE}" dt="2024-09-25T10:10:21.656" v="33" actId="1076"/>
          <ac:spMkLst>
            <pc:docMk/>
            <pc:sldMk cId="785150997" sldId="274"/>
            <ac:spMk id="2" creationId="{00000000-0000-0000-0000-000000000000}"/>
          </ac:spMkLst>
        </pc:spChg>
        <pc:spChg chg="mod">
          <ac:chgData name="Nandini soni" userId="c36e45faac3b5262" providerId="LiveId" clId="{446FC71E-BAB9-484E-82CD-6B53A11846EE}" dt="2024-09-25T10:10:24.522" v="34" actId="1076"/>
          <ac:spMkLst>
            <pc:docMk/>
            <pc:sldMk cId="785150997" sldId="274"/>
            <ac:spMk id="3" creationId="{00000000-0000-0000-0000-000000000000}"/>
          </ac:spMkLst>
        </pc:spChg>
      </pc:sldChg>
      <pc:sldChg chg="modSp mod">
        <pc:chgData name="Nandini soni" userId="c36e45faac3b5262" providerId="LiveId" clId="{446FC71E-BAB9-484E-82CD-6B53A11846EE}" dt="2024-09-25T10:10:14.694" v="32" actId="1076"/>
        <pc:sldMkLst>
          <pc:docMk/>
          <pc:sldMk cId="2715717558" sldId="275"/>
        </pc:sldMkLst>
        <pc:spChg chg="mod">
          <ac:chgData name="Nandini soni" userId="c36e45faac3b5262" providerId="LiveId" clId="{446FC71E-BAB9-484E-82CD-6B53A11846EE}" dt="2024-09-25T10:10:05.211" v="31" actId="1076"/>
          <ac:spMkLst>
            <pc:docMk/>
            <pc:sldMk cId="2715717558" sldId="275"/>
            <ac:spMk id="2" creationId="{00000000-0000-0000-0000-000000000000}"/>
          </ac:spMkLst>
        </pc:spChg>
        <pc:spChg chg="mod">
          <ac:chgData name="Nandini soni" userId="c36e45faac3b5262" providerId="LiveId" clId="{446FC71E-BAB9-484E-82CD-6B53A11846EE}" dt="2024-09-25T10:10:14.694" v="32" actId="1076"/>
          <ac:spMkLst>
            <pc:docMk/>
            <pc:sldMk cId="2715717558" sldId="275"/>
            <ac:spMk id="3" creationId="{00000000-0000-0000-0000-000000000000}"/>
          </ac:spMkLst>
        </pc:spChg>
      </pc:sldChg>
      <pc:sldChg chg="modSp mod">
        <pc:chgData name="Nandini soni" userId="c36e45faac3b5262" providerId="LiveId" clId="{446FC71E-BAB9-484E-82CD-6B53A11846EE}" dt="2024-09-25T10:11:25.912" v="45" actId="1076"/>
        <pc:sldMkLst>
          <pc:docMk/>
          <pc:sldMk cId="2566273558" sldId="276"/>
        </pc:sldMkLst>
        <pc:spChg chg="mod">
          <ac:chgData name="Nandini soni" userId="c36e45faac3b5262" providerId="LiveId" clId="{446FC71E-BAB9-484E-82CD-6B53A11846EE}" dt="2024-09-25T10:11:22.728" v="44" actId="1076"/>
          <ac:spMkLst>
            <pc:docMk/>
            <pc:sldMk cId="2566273558" sldId="276"/>
            <ac:spMk id="2" creationId="{C9A408B7-2C6E-86D3-3122-D65FF85C2B3E}"/>
          </ac:spMkLst>
        </pc:spChg>
        <pc:spChg chg="mod">
          <ac:chgData name="Nandini soni" userId="c36e45faac3b5262" providerId="LiveId" clId="{446FC71E-BAB9-484E-82CD-6B53A11846EE}" dt="2024-09-25T10:11:25.912" v="45" actId="1076"/>
          <ac:spMkLst>
            <pc:docMk/>
            <pc:sldMk cId="2566273558" sldId="276"/>
            <ac:spMk id="3" creationId="{85B7C4EB-0A2F-FE3E-4E2C-9233B8512B9A}"/>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925" y="1"/>
            <a:ext cx="9128151" cy="6857999"/>
          </a:xfrm>
          <a:prstGeom prst="rect">
            <a:avLst/>
          </a:prstGeom>
          <a:noFill/>
          <a:ln>
            <a:noFill/>
          </a:ln>
        </p:spPr>
      </p:pic>
      <p:sp>
        <p:nvSpPr>
          <p:cNvPr id="10" name="Google Shape;10;p2"/>
          <p:cNvSpPr/>
          <p:nvPr/>
        </p:nvSpPr>
        <p:spPr>
          <a:xfrm rot="10800000" flipH="1">
            <a:off x="-78450" y="-104400"/>
            <a:ext cx="3429000" cy="11352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1" name="Google Shape;11;p2"/>
          <p:cNvSpPr txBox="1">
            <a:spLocks noGrp="1"/>
          </p:cNvSpPr>
          <p:nvPr>
            <p:ph type="ctrTitle"/>
          </p:nvPr>
        </p:nvSpPr>
        <p:spPr>
          <a:xfrm>
            <a:off x="2308350" y="1992400"/>
            <a:ext cx="4527300" cy="22804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2" name="Google Shape;12;p2"/>
          <p:cNvSpPr txBox="1">
            <a:spLocks noGrp="1"/>
          </p:cNvSpPr>
          <p:nvPr>
            <p:ph type="subTitle" idx="1"/>
          </p:nvPr>
        </p:nvSpPr>
        <p:spPr>
          <a:xfrm>
            <a:off x="2308350" y="4272800"/>
            <a:ext cx="4527300" cy="592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r>
              <a:rPr lang="en-US"/>
              <a:t>Click to edit Master subtitle style</a:t>
            </a:r>
            <a:endParaRPr/>
          </a:p>
        </p:txBody>
      </p:sp>
    </p:spTree>
    <p:extLst>
      <p:ext uri="{BB962C8B-B14F-4D97-AF65-F5344CB8AC3E}">
        <p14:creationId xmlns:p14="http://schemas.microsoft.com/office/powerpoint/2010/main" val="3332461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15" name="Google Shape;15;p3"/>
          <p:cNvGrpSpPr/>
          <p:nvPr/>
        </p:nvGrpSpPr>
        <p:grpSpPr>
          <a:xfrm>
            <a:off x="0" y="1"/>
            <a:ext cx="9513725" cy="6857900"/>
            <a:chOff x="0" y="0"/>
            <a:chExt cx="9513725" cy="5143425"/>
          </a:xfrm>
        </p:grpSpPr>
        <p:sp>
          <p:nvSpPr>
            <p:cNvPr id="16" name="Google Shape;16;p3"/>
            <p:cNvSpPr/>
            <p:nvPr/>
          </p:nvSpPr>
          <p:spPr>
            <a:xfrm>
              <a:off x="84216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7" name="Google Shape;17;p3"/>
            <p:cNvSpPr/>
            <p:nvPr/>
          </p:nvSpPr>
          <p:spPr>
            <a:xfrm>
              <a:off x="0" y="4014825"/>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8" name="Google Shape;18;p3"/>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9" name="Google Shape;19;p3"/>
            <p:cNvSpPr/>
            <p:nvPr/>
          </p:nvSpPr>
          <p:spPr>
            <a:xfrm>
              <a:off x="7631225" y="3265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20" name="Google Shape;20;p3"/>
          <p:cNvGrpSpPr/>
          <p:nvPr/>
        </p:nvGrpSpPr>
        <p:grpSpPr>
          <a:xfrm>
            <a:off x="-78450" y="-104400"/>
            <a:ext cx="6346163" cy="8635717"/>
            <a:chOff x="-78450" y="-78300"/>
            <a:chExt cx="6346163" cy="6476788"/>
          </a:xfrm>
        </p:grpSpPr>
        <p:sp>
          <p:nvSpPr>
            <p:cNvPr id="21" name="Google Shape;21;p3"/>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22" name="Google Shape;22;p3"/>
            <p:cNvGrpSpPr/>
            <p:nvPr/>
          </p:nvGrpSpPr>
          <p:grpSpPr>
            <a:xfrm>
              <a:off x="4382438" y="4514238"/>
              <a:ext cx="1885275" cy="1884250"/>
              <a:chOff x="2609275" y="3149350"/>
              <a:chExt cx="1885275" cy="1884250"/>
            </a:xfrm>
          </p:grpSpPr>
          <p:sp>
            <p:nvSpPr>
              <p:cNvPr id="23" name="Google Shape;23;p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2" name="Google Shape;42;p3"/>
          <p:cNvSpPr txBox="1">
            <a:spLocks noGrp="1"/>
          </p:cNvSpPr>
          <p:nvPr>
            <p:ph type="title"/>
          </p:nvPr>
        </p:nvSpPr>
        <p:spPr>
          <a:xfrm>
            <a:off x="2364450" y="3148400"/>
            <a:ext cx="4415100" cy="20136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43" name="Google Shape;43;p3"/>
          <p:cNvSpPr txBox="1">
            <a:spLocks noGrp="1"/>
          </p:cNvSpPr>
          <p:nvPr>
            <p:ph type="title" idx="2" hasCustomPrompt="1"/>
          </p:nvPr>
        </p:nvSpPr>
        <p:spPr>
          <a:xfrm>
            <a:off x="4027350" y="1696000"/>
            <a:ext cx="1089300" cy="1452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extLst>
      <p:ext uri="{BB962C8B-B14F-4D97-AF65-F5344CB8AC3E}">
        <p14:creationId xmlns:p14="http://schemas.microsoft.com/office/powerpoint/2010/main" val="3458165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4"/>
        <p:cNvGrpSpPr/>
        <p:nvPr/>
      </p:nvGrpSpPr>
      <p:grpSpPr>
        <a:xfrm>
          <a:off x="0" y="0"/>
          <a:ext cx="0" cy="0"/>
          <a:chOff x="0" y="0"/>
          <a:chExt cx="0" cy="0"/>
        </a:xfrm>
      </p:grpSpPr>
      <p:pic>
        <p:nvPicPr>
          <p:cNvPr id="75" name="Google Shape;75;p5"/>
          <p:cNvPicPr preferRelativeResize="0"/>
          <p:nvPr/>
        </p:nvPicPr>
        <p:blipFill>
          <a:blip r:embed="rId2">
            <a:alphaModFix/>
          </a:blip>
          <a:stretch>
            <a:fillRect/>
          </a:stretch>
        </p:blipFill>
        <p:spPr>
          <a:xfrm rot="10800000">
            <a:off x="7925" y="1"/>
            <a:ext cx="9128151" cy="6857999"/>
          </a:xfrm>
          <a:prstGeom prst="rect">
            <a:avLst/>
          </a:prstGeom>
          <a:noFill/>
          <a:ln>
            <a:noFill/>
          </a:ln>
        </p:spPr>
      </p:pic>
      <p:pic>
        <p:nvPicPr>
          <p:cNvPr id="76" name="Google Shape;76;p5"/>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77" name="Google Shape;77;p5"/>
          <p:cNvGrpSpPr/>
          <p:nvPr/>
        </p:nvGrpSpPr>
        <p:grpSpPr>
          <a:xfrm>
            <a:off x="-202950" y="-2032316"/>
            <a:ext cx="9908950" cy="7799917"/>
            <a:chOff x="-202950" y="-1524237"/>
            <a:chExt cx="9908950" cy="5849938"/>
          </a:xfrm>
        </p:grpSpPr>
        <p:sp>
          <p:nvSpPr>
            <p:cNvPr id="78" name="Google Shape;78;p5"/>
            <p:cNvSpPr/>
            <p:nvPr/>
          </p:nvSpPr>
          <p:spPr>
            <a:xfrm rot="10800000" flipH="1">
              <a:off x="-202950" y="-43075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79" name="Google Shape;79;p5"/>
            <p:cNvGrpSpPr/>
            <p:nvPr/>
          </p:nvGrpSpPr>
          <p:grpSpPr>
            <a:xfrm>
              <a:off x="8719875" y="2230200"/>
              <a:ext cx="986125" cy="2095500"/>
              <a:chOff x="7631225" y="2241175"/>
              <a:chExt cx="986125" cy="2095500"/>
            </a:xfrm>
          </p:grpSpPr>
          <p:cxnSp>
            <p:nvCxnSpPr>
              <p:cNvPr id="80" name="Google Shape;80;p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1" name="Google Shape;81;p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 name="Google Shape;82;p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 name="Google Shape;83;p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4" name="Google Shape;84;p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5" name="Google Shape;85;p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6" name="Google Shape;86;p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7" name="Google Shape;87;p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8" name="Google Shape;88;p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9" name="Google Shape;89;p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 name="Google Shape;90;p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 name="Google Shape;91;p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 name="Google Shape;92;p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3" name="Google Shape;93;p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94" name="Google Shape;94;p5"/>
            <p:cNvGrpSpPr/>
            <p:nvPr/>
          </p:nvGrpSpPr>
          <p:grpSpPr>
            <a:xfrm>
              <a:off x="4865588" y="-1524237"/>
              <a:ext cx="1885275" cy="1884250"/>
              <a:chOff x="2609275" y="3149350"/>
              <a:chExt cx="1885275" cy="1884250"/>
            </a:xfrm>
          </p:grpSpPr>
          <p:sp>
            <p:nvSpPr>
              <p:cNvPr id="95" name="Google Shape;95;p5"/>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5"/>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5"/>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5"/>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99;p5"/>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 name="Google Shape;100;p5"/>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5"/>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5"/>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 name="Google Shape;103;p5"/>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104;p5"/>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 name="Google Shape;105;p5"/>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 name="Google Shape;106;p5"/>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107;p5"/>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108;p5"/>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5"/>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 name="Google Shape;110;p5"/>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 name="Google Shape;111;p5"/>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 name="Google Shape;112;p5"/>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5"/>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14" name="Google Shape;114;p5"/>
          <p:cNvGrpSpPr/>
          <p:nvPr/>
        </p:nvGrpSpPr>
        <p:grpSpPr>
          <a:xfrm>
            <a:off x="-5879" y="196034"/>
            <a:ext cx="9561029" cy="6661967"/>
            <a:chOff x="-5879" y="147025"/>
            <a:chExt cx="9561029" cy="4996475"/>
          </a:xfrm>
        </p:grpSpPr>
        <p:sp>
          <p:nvSpPr>
            <p:cNvPr id="115" name="Google Shape;115;p5"/>
            <p:cNvSpPr/>
            <p:nvPr/>
          </p:nvSpPr>
          <p:spPr>
            <a:xfrm>
              <a:off x="0" y="4570725"/>
              <a:ext cx="3023100" cy="572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16" name="Google Shape;116;p5"/>
            <p:cNvSpPr/>
            <p:nvPr/>
          </p:nvSpPr>
          <p:spPr>
            <a:xfrm>
              <a:off x="7672650" y="14702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17" name="Google Shape;117;p5"/>
            <p:cNvSpPr/>
            <p:nvPr/>
          </p:nvSpPr>
          <p:spPr>
            <a:xfrm flipH="1">
              <a:off x="6920275"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18" name="Google Shape;118;p5"/>
            <p:cNvSpPr/>
            <p:nvPr/>
          </p:nvSpPr>
          <p:spPr>
            <a:xfrm>
              <a:off x="-5879" y="3272100"/>
              <a:ext cx="530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119" name="Google Shape;119;p5"/>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0" name="Google Shape;120;p5"/>
          <p:cNvSpPr txBox="1">
            <a:spLocks noGrp="1"/>
          </p:cNvSpPr>
          <p:nvPr>
            <p:ph type="subTitle" idx="1"/>
          </p:nvPr>
        </p:nvSpPr>
        <p:spPr>
          <a:xfrm>
            <a:off x="826450" y="2780333"/>
            <a:ext cx="3516600" cy="23592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r>
              <a:rPr lang="en-US"/>
              <a:t>Click to edit Master subtitle style</a:t>
            </a:r>
            <a:endParaRPr/>
          </a:p>
        </p:txBody>
      </p:sp>
      <p:sp>
        <p:nvSpPr>
          <p:cNvPr id="121" name="Google Shape;121;p5"/>
          <p:cNvSpPr txBox="1">
            <a:spLocks noGrp="1"/>
          </p:cNvSpPr>
          <p:nvPr>
            <p:ph type="subTitle" idx="2"/>
          </p:nvPr>
        </p:nvSpPr>
        <p:spPr>
          <a:xfrm>
            <a:off x="4800925" y="2780333"/>
            <a:ext cx="3516600" cy="2359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50931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22"/>
        <p:cNvGrpSpPr/>
        <p:nvPr/>
      </p:nvGrpSpPr>
      <p:grpSpPr>
        <a:xfrm>
          <a:off x="0" y="0"/>
          <a:ext cx="0" cy="0"/>
          <a:chOff x="0" y="0"/>
          <a:chExt cx="0" cy="0"/>
        </a:xfrm>
      </p:grpSpPr>
      <p:pic>
        <p:nvPicPr>
          <p:cNvPr id="123" name="Google Shape;123;p6"/>
          <p:cNvPicPr preferRelativeResize="0"/>
          <p:nvPr/>
        </p:nvPicPr>
        <p:blipFill>
          <a:blip r:embed="rId2">
            <a:alphaModFix/>
          </a:blip>
          <a:stretch>
            <a:fillRect/>
          </a:stretch>
        </p:blipFill>
        <p:spPr>
          <a:xfrm flipH="1">
            <a:off x="7925" y="1"/>
            <a:ext cx="9128151" cy="6857999"/>
          </a:xfrm>
          <a:prstGeom prst="rect">
            <a:avLst/>
          </a:prstGeom>
          <a:noFill/>
          <a:ln>
            <a:noFill/>
          </a:ln>
        </p:spPr>
      </p:pic>
      <p:grpSp>
        <p:nvGrpSpPr>
          <p:cNvPr id="124" name="Google Shape;124;p6"/>
          <p:cNvGrpSpPr/>
          <p:nvPr/>
        </p:nvGrpSpPr>
        <p:grpSpPr>
          <a:xfrm>
            <a:off x="-313650" y="-33"/>
            <a:ext cx="9457650" cy="6857933"/>
            <a:chOff x="-313650" y="-25"/>
            <a:chExt cx="9457650" cy="5143450"/>
          </a:xfrm>
        </p:grpSpPr>
        <p:sp>
          <p:nvSpPr>
            <p:cNvPr id="125" name="Google Shape;125;p6"/>
            <p:cNvSpPr/>
            <p:nvPr/>
          </p:nvSpPr>
          <p:spPr>
            <a:xfrm rot="10800000">
              <a:off x="8676300" y="-25"/>
              <a:ext cx="4677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26" name="Google Shape;126;p6"/>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27" name="Google Shape;127;p6"/>
            <p:cNvSpPr/>
            <p:nvPr/>
          </p:nvSpPr>
          <p:spPr>
            <a:xfrm>
              <a:off x="-313650" y="46040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28" name="Google Shape;128;p6"/>
            <p:cNvSpPr/>
            <p:nvPr/>
          </p:nvSpPr>
          <p:spPr>
            <a:xfrm flipH="1">
              <a:off x="5715000" y="4681725"/>
              <a:ext cx="3429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129" name="Google Shape;129;p6"/>
          <p:cNvGrpSpPr/>
          <p:nvPr/>
        </p:nvGrpSpPr>
        <p:grpSpPr>
          <a:xfrm>
            <a:off x="-1165287" y="-897649"/>
            <a:ext cx="1885275" cy="2512333"/>
            <a:chOff x="2609275" y="3149350"/>
            <a:chExt cx="1885275" cy="1884250"/>
          </a:xfrm>
        </p:grpSpPr>
        <p:sp>
          <p:nvSpPr>
            <p:cNvPr id="130" name="Google Shape;130;p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9" name="Google Shape;149;p6"/>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104947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50"/>
        <p:cNvGrpSpPr/>
        <p:nvPr/>
      </p:nvGrpSpPr>
      <p:grpSpPr>
        <a:xfrm>
          <a:off x="0" y="0"/>
          <a:ext cx="0" cy="0"/>
          <a:chOff x="0" y="0"/>
          <a:chExt cx="0" cy="0"/>
        </a:xfrm>
      </p:grpSpPr>
      <p:pic>
        <p:nvPicPr>
          <p:cNvPr id="151" name="Google Shape;151;p7"/>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152" name="Google Shape;152;p7"/>
          <p:cNvGrpSpPr/>
          <p:nvPr/>
        </p:nvGrpSpPr>
        <p:grpSpPr>
          <a:xfrm>
            <a:off x="0" y="0"/>
            <a:ext cx="2263500" cy="2495200"/>
            <a:chOff x="0" y="0"/>
            <a:chExt cx="2263500" cy="1871400"/>
          </a:xfrm>
        </p:grpSpPr>
        <p:sp>
          <p:nvSpPr>
            <p:cNvPr id="153" name="Google Shape;153;p7"/>
            <p:cNvSpPr/>
            <p:nvPr/>
          </p:nvSpPr>
          <p:spPr>
            <a:xfrm>
              <a:off x="0" y="0"/>
              <a:ext cx="5556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154" name="Google Shape;154;p7"/>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155" name="Google Shape;155;p7"/>
          <p:cNvGrpSpPr/>
          <p:nvPr/>
        </p:nvGrpSpPr>
        <p:grpSpPr>
          <a:xfrm>
            <a:off x="-1404986" y="-2381766"/>
            <a:ext cx="11178725" cy="9236367"/>
            <a:chOff x="-1404987" y="-1786325"/>
            <a:chExt cx="11178725" cy="6927275"/>
          </a:xfrm>
        </p:grpSpPr>
        <p:sp>
          <p:nvSpPr>
            <p:cNvPr id="156" name="Google Shape;156;p7"/>
            <p:cNvSpPr/>
            <p:nvPr/>
          </p:nvSpPr>
          <p:spPr>
            <a:xfrm>
              <a:off x="-78450" y="45298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157" name="Google Shape;157;p7"/>
            <p:cNvGrpSpPr/>
            <p:nvPr/>
          </p:nvGrpSpPr>
          <p:grpSpPr>
            <a:xfrm>
              <a:off x="-1404987" y="2387838"/>
              <a:ext cx="1885275" cy="1884250"/>
              <a:chOff x="2609275" y="3149350"/>
              <a:chExt cx="1885275" cy="1884250"/>
            </a:xfrm>
          </p:grpSpPr>
          <p:sp>
            <p:nvSpPr>
              <p:cNvPr id="158" name="Google Shape;158;p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 name="Google Shape;171;p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 name="Google Shape;172;p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 name="Google Shape;173;p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 name="Google Shape;176;p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7" name="Google Shape;177;p7"/>
            <p:cNvSpPr/>
            <p:nvPr/>
          </p:nvSpPr>
          <p:spPr>
            <a:xfrm rot="-5400000">
              <a:off x="7447913" y="-17863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8" name="Google Shape;178;p7"/>
          <p:cNvSpPr txBox="1">
            <a:spLocks noGrp="1"/>
          </p:cNvSpPr>
          <p:nvPr>
            <p:ph type="title"/>
          </p:nvPr>
        </p:nvSpPr>
        <p:spPr>
          <a:xfrm>
            <a:off x="722375" y="719333"/>
            <a:ext cx="7699200" cy="768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79" name="Google Shape;179;p7"/>
          <p:cNvSpPr txBox="1">
            <a:spLocks noGrp="1"/>
          </p:cNvSpPr>
          <p:nvPr>
            <p:ph type="body" idx="1"/>
          </p:nvPr>
        </p:nvSpPr>
        <p:spPr>
          <a:xfrm>
            <a:off x="722400" y="2782300"/>
            <a:ext cx="4136700" cy="2462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pPr lvl="0"/>
            <a:r>
              <a:rPr lang="en-US"/>
              <a:t>Click to edit Master text styles</a:t>
            </a:r>
          </a:p>
        </p:txBody>
      </p:sp>
    </p:spTree>
    <p:extLst>
      <p:ext uri="{BB962C8B-B14F-4D97-AF65-F5344CB8AC3E}">
        <p14:creationId xmlns:p14="http://schemas.microsoft.com/office/powerpoint/2010/main" val="333486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08"/>
        <p:cNvGrpSpPr/>
        <p:nvPr/>
      </p:nvGrpSpPr>
      <p:grpSpPr>
        <a:xfrm>
          <a:off x="0" y="0"/>
          <a:ext cx="0" cy="0"/>
          <a:chOff x="0" y="0"/>
          <a:chExt cx="0" cy="0"/>
        </a:xfrm>
      </p:grpSpPr>
      <p:pic>
        <p:nvPicPr>
          <p:cNvPr id="209" name="Google Shape;209;p9"/>
          <p:cNvPicPr preferRelativeResize="0"/>
          <p:nvPr/>
        </p:nvPicPr>
        <p:blipFill>
          <a:blip r:embed="rId2">
            <a:alphaModFix/>
          </a:blip>
          <a:stretch>
            <a:fillRect/>
          </a:stretch>
        </p:blipFill>
        <p:spPr>
          <a:xfrm flipH="1">
            <a:off x="7925" y="1"/>
            <a:ext cx="9128151" cy="6857999"/>
          </a:xfrm>
          <a:prstGeom prst="rect">
            <a:avLst/>
          </a:prstGeom>
          <a:noFill/>
          <a:ln>
            <a:noFill/>
          </a:ln>
        </p:spPr>
      </p:pic>
      <p:pic>
        <p:nvPicPr>
          <p:cNvPr id="210" name="Google Shape;210;p9"/>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211" name="Google Shape;211;p9"/>
          <p:cNvGrpSpPr/>
          <p:nvPr/>
        </p:nvGrpSpPr>
        <p:grpSpPr>
          <a:xfrm>
            <a:off x="1" y="0"/>
            <a:ext cx="9362875" cy="6858000"/>
            <a:chOff x="0" y="0"/>
            <a:chExt cx="9362875" cy="5143500"/>
          </a:xfrm>
        </p:grpSpPr>
        <p:sp>
          <p:nvSpPr>
            <p:cNvPr id="212" name="Google Shape;212;p9"/>
            <p:cNvSpPr/>
            <p:nvPr/>
          </p:nvSpPr>
          <p:spPr>
            <a:xfrm>
              <a:off x="79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13" name="Google Shape;213;p9"/>
            <p:cNvSpPr/>
            <p:nvPr/>
          </p:nvSpPr>
          <p:spPr>
            <a:xfrm rot="-5400000">
              <a:off x="7825525" y="3832950"/>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14" name="Google Shape;214;p9"/>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15" name="Google Shape;215;p9"/>
            <p:cNvSpPr/>
            <p:nvPr/>
          </p:nvSpPr>
          <p:spPr>
            <a:xfrm>
              <a:off x="7480375" y="4702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216" name="Google Shape;216;p9"/>
          <p:cNvSpPr/>
          <p:nvPr/>
        </p:nvSpPr>
        <p:spPr>
          <a:xfrm rot="5400000">
            <a:off x="3297538" y="6827138"/>
            <a:ext cx="3101100"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9"/>
          <p:cNvSpPr txBox="1">
            <a:spLocks noGrp="1"/>
          </p:cNvSpPr>
          <p:nvPr>
            <p:ph type="title"/>
          </p:nvPr>
        </p:nvSpPr>
        <p:spPr>
          <a:xfrm>
            <a:off x="2330700" y="2291051"/>
            <a:ext cx="4482600" cy="9820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218" name="Google Shape;218;p9"/>
          <p:cNvSpPr txBox="1">
            <a:spLocks noGrp="1"/>
          </p:cNvSpPr>
          <p:nvPr>
            <p:ph type="subTitle" idx="1"/>
          </p:nvPr>
        </p:nvSpPr>
        <p:spPr>
          <a:xfrm>
            <a:off x="2330700" y="3115352"/>
            <a:ext cx="4482600" cy="145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r>
              <a:rPr lang="en-US"/>
              <a:t>Click to edit Master subtitle style</a:t>
            </a:r>
            <a:endParaRPr/>
          </a:p>
        </p:txBody>
      </p:sp>
    </p:spTree>
    <p:extLst>
      <p:ext uri="{BB962C8B-B14F-4D97-AF65-F5344CB8AC3E}">
        <p14:creationId xmlns:p14="http://schemas.microsoft.com/office/powerpoint/2010/main" val="3311328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19"/>
        <p:cNvGrpSpPr/>
        <p:nvPr/>
      </p:nvGrpSpPr>
      <p:grpSpPr>
        <a:xfrm>
          <a:off x="0" y="0"/>
          <a:ext cx="0" cy="0"/>
          <a:chOff x="0" y="0"/>
          <a:chExt cx="0" cy="0"/>
        </a:xfrm>
      </p:grpSpPr>
      <p:sp>
        <p:nvSpPr>
          <p:cNvPr id="220" name="Google Shape;220;p10"/>
          <p:cNvSpPr>
            <a:spLocks noGrp="1"/>
          </p:cNvSpPr>
          <p:nvPr>
            <p:ph type="pic" idx="2"/>
          </p:nvPr>
        </p:nvSpPr>
        <p:spPr>
          <a:xfrm>
            <a:off x="0" y="0"/>
            <a:ext cx="9144000" cy="6858000"/>
          </a:xfrm>
          <a:prstGeom prst="rect">
            <a:avLst/>
          </a:prstGeom>
          <a:noFill/>
          <a:ln>
            <a:noFill/>
          </a:ln>
        </p:spPr>
      </p:sp>
      <p:sp>
        <p:nvSpPr>
          <p:cNvPr id="221" name="Google Shape;221;p10"/>
          <p:cNvSpPr txBox="1">
            <a:spLocks noGrp="1"/>
          </p:cNvSpPr>
          <p:nvPr>
            <p:ph type="title"/>
          </p:nvPr>
        </p:nvSpPr>
        <p:spPr>
          <a:xfrm>
            <a:off x="977850" y="5377433"/>
            <a:ext cx="7188300" cy="7636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693714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22"/>
        <p:cNvGrpSpPr/>
        <p:nvPr/>
      </p:nvGrpSpPr>
      <p:grpSpPr>
        <a:xfrm>
          <a:off x="0" y="0"/>
          <a:ext cx="0" cy="0"/>
          <a:chOff x="0" y="0"/>
          <a:chExt cx="0" cy="0"/>
        </a:xfrm>
      </p:grpSpPr>
      <p:pic>
        <p:nvPicPr>
          <p:cNvPr id="223" name="Google Shape;223;p11"/>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224" name="Google Shape;224;p11"/>
          <p:cNvGrpSpPr/>
          <p:nvPr/>
        </p:nvGrpSpPr>
        <p:grpSpPr>
          <a:xfrm>
            <a:off x="-1404987" y="-2381766"/>
            <a:ext cx="7272100" cy="9373367"/>
            <a:chOff x="-1404987" y="-1786325"/>
            <a:chExt cx="7272100" cy="7030025"/>
          </a:xfrm>
        </p:grpSpPr>
        <p:sp>
          <p:nvSpPr>
            <p:cNvPr id="225" name="Google Shape;225;p11"/>
            <p:cNvSpPr/>
            <p:nvPr/>
          </p:nvSpPr>
          <p:spPr>
            <a:xfrm>
              <a:off x="-76200" y="4632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226" name="Google Shape;226;p11"/>
            <p:cNvGrpSpPr/>
            <p:nvPr/>
          </p:nvGrpSpPr>
          <p:grpSpPr>
            <a:xfrm>
              <a:off x="-1404987" y="2387838"/>
              <a:ext cx="1885275" cy="1884250"/>
              <a:chOff x="2609275" y="3149350"/>
              <a:chExt cx="1885275" cy="1884250"/>
            </a:xfrm>
          </p:grpSpPr>
          <p:sp>
            <p:nvSpPr>
              <p:cNvPr id="227" name="Google Shape;227;p11"/>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11"/>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11"/>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11"/>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11"/>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11"/>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11"/>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11"/>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11"/>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11"/>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11"/>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11"/>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11"/>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11"/>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11"/>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11"/>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11"/>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11"/>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11"/>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6" name="Google Shape;246;p11"/>
            <p:cNvSpPr/>
            <p:nvPr/>
          </p:nvSpPr>
          <p:spPr>
            <a:xfrm rot="-5400000">
              <a:off x="3541288" y="-17863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7" name="Google Shape;247;p11"/>
          <p:cNvSpPr txBox="1">
            <a:spLocks noGrp="1"/>
          </p:cNvSpPr>
          <p:nvPr>
            <p:ph type="title" hasCustomPrompt="1"/>
          </p:nvPr>
        </p:nvSpPr>
        <p:spPr>
          <a:xfrm>
            <a:off x="1490561" y="2337300"/>
            <a:ext cx="6162900" cy="15972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48" name="Google Shape;248;p11"/>
          <p:cNvSpPr txBox="1">
            <a:spLocks noGrp="1"/>
          </p:cNvSpPr>
          <p:nvPr>
            <p:ph type="subTitle" idx="1"/>
          </p:nvPr>
        </p:nvSpPr>
        <p:spPr>
          <a:xfrm>
            <a:off x="1490525" y="3934700"/>
            <a:ext cx="6162900" cy="5860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5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a:r>
              <a:rPr lang="en-US"/>
              <a:t>Click to edit Master subtitle style</a:t>
            </a:r>
            <a:endParaRPr/>
          </a:p>
        </p:txBody>
      </p:sp>
      <p:grpSp>
        <p:nvGrpSpPr>
          <p:cNvPr id="249" name="Google Shape;249;p11"/>
          <p:cNvGrpSpPr/>
          <p:nvPr/>
        </p:nvGrpSpPr>
        <p:grpSpPr>
          <a:xfrm>
            <a:off x="0" y="0"/>
            <a:ext cx="2263500" cy="2495200"/>
            <a:chOff x="0" y="0"/>
            <a:chExt cx="2263500" cy="1871400"/>
          </a:xfrm>
        </p:grpSpPr>
        <p:sp>
          <p:nvSpPr>
            <p:cNvPr id="250" name="Google Shape;250;p11"/>
            <p:cNvSpPr/>
            <p:nvPr/>
          </p:nvSpPr>
          <p:spPr>
            <a:xfrm>
              <a:off x="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51" name="Google Shape;251;p11"/>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Tree>
    <p:extLst>
      <p:ext uri="{BB962C8B-B14F-4D97-AF65-F5344CB8AC3E}">
        <p14:creationId xmlns:p14="http://schemas.microsoft.com/office/powerpoint/2010/main" val="816486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2"/>
        <p:cNvGrpSpPr/>
        <p:nvPr/>
      </p:nvGrpSpPr>
      <p:grpSpPr>
        <a:xfrm>
          <a:off x="0" y="0"/>
          <a:ext cx="0" cy="0"/>
          <a:chOff x="0" y="0"/>
          <a:chExt cx="0" cy="0"/>
        </a:xfrm>
      </p:grpSpPr>
    </p:spTree>
    <p:extLst>
      <p:ext uri="{BB962C8B-B14F-4D97-AF65-F5344CB8AC3E}">
        <p14:creationId xmlns:p14="http://schemas.microsoft.com/office/powerpoint/2010/main" val="2956483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53"/>
        <p:cNvGrpSpPr/>
        <p:nvPr/>
      </p:nvGrpSpPr>
      <p:grpSpPr>
        <a:xfrm>
          <a:off x="0" y="0"/>
          <a:ext cx="0" cy="0"/>
          <a:chOff x="0" y="0"/>
          <a:chExt cx="0" cy="0"/>
        </a:xfrm>
      </p:grpSpPr>
      <p:pic>
        <p:nvPicPr>
          <p:cNvPr id="254" name="Google Shape;254;p13"/>
          <p:cNvPicPr preferRelativeResize="0"/>
          <p:nvPr/>
        </p:nvPicPr>
        <p:blipFill>
          <a:blip r:embed="rId2">
            <a:alphaModFix/>
          </a:blip>
          <a:stretch>
            <a:fillRect/>
          </a:stretch>
        </p:blipFill>
        <p:spPr>
          <a:xfrm rot="10800000">
            <a:off x="7925" y="1"/>
            <a:ext cx="9128151" cy="6857999"/>
          </a:xfrm>
          <a:prstGeom prst="rect">
            <a:avLst/>
          </a:prstGeom>
          <a:noFill/>
          <a:ln>
            <a:noFill/>
          </a:ln>
        </p:spPr>
      </p:pic>
      <p:grpSp>
        <p:nvGrpSpPr>
          <p:cNvPr id="255" name="Google Shape;255;p13"/>
          <p:cNvGrpSpPr/>
          <p:nvPr/>
        </p:nvGrpSpPr>
        <p:grpSpPr>
          <a:xfrm>
            <a:off x="-300" y="-16"/>
            <a:ext cx="9363175" cy="6857984"/>
            <a:chOff x="-300" y="-12"/>
            <a:chExt cx="9363175" cy="5143488"/>
          </a:xfrm>
        </p:grpSpPr>
        <p:sp>
          <p:nvSpPr>
            <p:cNvPr id="256" name="Google Shape;256;p13"/>
            <p:cNvSpPr/>
            <p:nvPr/>
          </p:nvSpPr>
          <p:spPr>
            <a:xfrm>
              <a:off x="8421575" y="3272075"/>
              <a:ext cx="717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57" name="Google Shape;257;p13"/>
            <p:cNvSpPr/>
            <p:nvPr/>
          </p:nvSpPr>
          <p:spPr>
            <a:xfrm rot="5400000">
              <a:off x="-568800" y="568500"/>
              <a:ext cx="1759500" cy="6225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58" name="Google Shape;258;p13"/>
            <p:cNvSpPr/>
            <p:nvPr/>
          </p:nvSpPr>
          <p:spPr>
            <a:xfrm rot="10800000" flipH="1">
              <a:off x="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259" name="Google Shape;259;p13"/>
            <p:cNvSpPr/>
            <p:nvPr/>
          </p:nvSpPr>
          <p:spPr>
            <a:xfrm>
              <a:off x="7480375" y="46543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260" name="Google Shape;260;p13"/>
          <p:cNvGrpSpPr/>
          <p:nvPr/>
        </p:nvGrpSpPr>
        <p:grpSpPr>
          <a:xfrm>
            <a:off x="-804387" y="-104434"/>
            <a:ext cx="11111225" cy="9035667"/>
            <a:chOff x="-804387" y="-78325"/>
            <a:chExt cx="11111225" cy="6776750"/>
          </a:xfrm>
        </p:grpSpPr>
        <p:sp>
          <p:nvSpPr>
            <p:cNvPr id="261" name="Google Shape;261;p13"/>
            <p:cNvSpPr/>
            <p:nvPr/>
          </p:nvSpPr>
          <p:spPr>
            <a:xfrm rot="10800000">
              <a:off x="5782225" y="-78325"/>
              <a:ext cx="3429000" cy="582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262" name="Google Shape;262;p13"/>
            <p:cNvGrpSpPr/>
            <p:nvPr/>
          </p:nvGrpSpPr>
          <p:grpSpPr>
            <a:xfrm>
              <a:off x="-387025" y="1052225"/>
              <a:ext cx="910269" cy="2095500"/>
              <a:chOff x="7631225" y="2241175"/>
              <a:chExt cx="910269" cy="2095500"/>
            </a:xfrm>
          </p:grpSpPr>
          <p:cxnSp>
            <p:nvCxnSpPr>
              <p:cNvPr id="263" name="Google Shape;263;p1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4" name="Google Shape;264;p1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5" name="Google Shape;265;p1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6" name="Google Shape;266;p1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7" name="Google Shape;267;p1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8" name="Google Shape;268;p1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9" name="Google Shape;269;p1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0" name="Google Shape;270;p1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1" name="Google Shape;271;p1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2" name="Google Shape;272;p1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3" name="Google Shape;273;p1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4" name="Google Shape;274;p1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1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276" name="Google Shape;276;p13"/>
            <p:cNvGrpSpPr/>
            <p:nvPr/>
          </p:nvGrpSpPr>
          <p:grpSpPr>
            <a:xfrm>
              <a:off x="8421563" y="946050"/>
              <a:ext cx="1885275" cy="1884250"/>
              <a:chOff x="2609275" y="3149350"/>
              <a:chExt cx="1885275" cy="1884250"/>
            </a:xfrm>
          </p:grpSpPr>
          <p:sp>
            <p:nvSpPr>
              <p:cNvPr id="277" name="Google Shape;277;p1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1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1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1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1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1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1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1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1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1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7" name="Google Shape;287;p1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8" name="Google Shape;288;p1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9" name="Google Shape;289;p1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1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1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1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1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1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1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96" name="Google Shape;296;p13"/>
            <p:cNvSpPr/>
            <p:nvPr/>
          </p:nvSpPr>
          <p:spPr>
            <a:xfrm rot="5400000">
              <a:off x="-804387" y="4372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97" name="Google Shape;297;p13"/>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298" name="Google Shape;298;p13"/>
          <p:cNvSpPr txBox="1">
            <a:spLocks noGrp="1"/>
          </p:cNvSpPr>
          <p:nvPr>
            <p:ph type="title" idx="2" hasCustomPrompt="1"/>
          </p:nvPr>
        </p:nvSpPr>
        <p:spPr>
          <a:xfrm>
            <a:off x="1522280" y="1858600"/>
            <a:ext cx="773700" cy="103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99" name="Google Shape;299;p13"/>
          <p:cNvSpPr txBox="1">
            <a:spLocks noGrp="1"/>
          </p:cNvSpPr>
          <p:nvPr>
            <p:ph type="title" idx="3" hasCustomPrompt="1"/>
          </p:nvPr>
        </p:nvSpPr>
        <p:spPr>
          <a:xfrm>
            <a:off x="5238030" y="1858600"/>
            <a:ext cx="773700" cy="103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0" name="Google Shape;300;p13"/>
          <p:cNvSpPr txBox="1">
            <a:spLocks noGrp="1"/>
          </p:cNvSpPr>
          <p:nvPr>
            <p:ph type="title" idx="4" hasCustomPrompt="1"/>
          </p:nvPr>
        </p:nvSpPr>
        <p:spPr>
          <a:xfrm>
            <a:off x="1522305" y="3326167"/>
            <a:ext cx="773700" cy="103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1" name="Google Shape;301;p13"/>
          <p:cNvSpPr txBox="1">
            <a:spLocks noGrp="1"/>
          </p:cNvSpPr>
          <p:nvPr>
            <p:ph type="title" idx="5" hasCustomPrompt="1"/>
          </p:nvPr>
        </p:nvSpPr>
        <p:spPr>
          <a:xfrm>
            <a:off x="1522305" y="4793733"/>
            <a:ext cx="773700" cy="103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2" name="Google Shape;302;p13"/>
          <p:cNvSpPr txBox="1">
            <a:spLocks noGrp="1"/>
          </p:cNvSpPr>
          <p:nvPr>
            <p:ph type="subTitle" idx="1"/>
          </p:nvPr>
        </p:nvSpPr>
        <p:spPr>
          <a:xfrm>
            <a:off x="2448393" y="2024200"/>
            <a:ext cx="14577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303" name="Google Shape;303;p13"/>
          <p:cNvSpPr txBox="1">
            <a:spLocks noGrp="1"/>
          </p:cNvSpPr>
          <p:nvPr>
            <p:ph type="subTitle" idx="6"/>
          </p:nvPr>
        </p:nvSpPr>
        <p:spPr>
          <a:xfrm>
            <a:off x="6164020" y="2024200"/>
            <a:ext cx="14577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304" name="Google Shape;304;p13"/>
          <p:cNvSpPr txBox="1">
            <a:spLocks noGrp="1"/>
          </p:cNvSpPr>
          <p:nvPr>
            <p:ph type="subTitle" idx="7"/>
          </p:nvPr>
        </p:nvSpPr>
        <p:spPr>
          <a:xfrm>
            <a:off x="2448393" y="3491767"/>
            <a:ext cx="14577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305" name="Google Shape;305;p13"/>
          <p:cNvSpPr txBox="1">
            <a:spLocks noGrp="1"/>
          </p:cNvSpPr>
          <p:nvPr>
            <p:ph type="subTitle" idx="8"/>
          </p:nvPr>
        </p:nvSpPr>
        <p:spPr>
          <a:xfrm>
            <a:off x="2448270" y="4959333"/>
            <a:ext cx="14577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306" name="Google Shape;306;p13"/>
          <p:cNvSpPr txBox="1">
            <a:spLocks noGrp="1"/>
          </p:cNvSpPr>
          <p:nvPr>
            <p:ph type="title" idx="9" hasCustomPrompt="1"/>
          </p:nvPr>
        </p:nvSpPr>
        <p:spPr>
          <a:xfrm>
            <a:off x="5237956" y="3326167"/>
            <a:ext cx="773700" cy="103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7" name="Google Shape;307;p13"/>
          <p:cNvSpPr txBox="1">
            <a:spLocks noGrp="1"/>
          </p:cNvSpPr>
          <p:nvPr>
            <p:ph type="title" idx="13" hasCustomPrompt="1"/>
          </p:nvPr>
        </p:nvSpPr>
        <p:spPr>
          <a:xfrm>
            <a:off x="5237957" y="4793733"/>
            <a:ext cx="773700" cy="103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8" name="Google Shape;308;p13"/>
          <p:cNvSpPr txBox="1">
            <a:spLocks noGrp="1"/>
          </p:cNvSpPr>
          <p:nvPr>
            <p:ph type="subTitle" idx="14"/>
          </p:nvPr>
        </p:nvSpPr>
        <p:spPr>
          <a:xfrm>
            <a:off x="6163931" y="3491767"/>
            <a:ext cx="14577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309" name="Google Shape;309;p13"/>
          <p:cNvSpPr txBox="1">
            <a:spLocks noGrp="1"/>
          </p:cNvSpPr>
          <p:nvPr>
            <p:ph type="subTitle" idx="15"/>
          </p:nvPr>
        </p:nvSpPr>
        <p:spPr>
          <a:xfrm>
            <a:off x="6163930" y="4959333"/>
            <a:ext cx="14577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Tree>
    <p:extLst>
      <p:ext uri="{BB962C8B-B14F-4D97-AF65-F5344CB8AC3E}">
        <p14:creationId xmlns:p14="http://schemas.microsoft.com/office/powerpoint/2010/main" val="72612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10"/>
        <p:cNvGrpSpPr/>
        <p:nvPr/>
      </p:nvGrpSpPr>
      <p:grpSpPr>
        <a:xfrm>
          <a:off x="0" y="0"/>
          <a:ext cx="0" cy="0"/>
          <a:chOff x="0" y="0"/>
          <a:chExt cx="0" cy="0"/>
        </a:xfrm>
      </p:grpSpPr>
      <p:grpSp>
        <p:nvGrpSpPr>
          <p:cNvPr id="311" name="Google Shape;311;p14"/>
          <p:cNvGrpSpPr/>
          <p:nvPr/>
        </p:nvGrpSpPr>
        <p:grpSpPr>
          <a:xfrm>
            <a:off x="-1294537" y="-1214766"/>
            <a:ext cx="10209225" cy="6048751"/>
            <a:chOff x="-1294537" y="-911075"/>
            <a:chExt cx="10209225" cy="4536563"/>
          </a:xfrm>
        </p:grpSpPr>
        <p:sp>
          <p:nvSpPr>
            <p:cNvPr id="312" name="Google Shape;312;p14"/>
            <p:cNvSpPr/>
            <p:nvPr/>
          </p:nvSpPr>
          <p:spPr>
            <a:xfrm rot="10800000" flipH="1">
              <a:off x="-125475"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313" name="Google Shape;313;p14"/>
            <p:cNvGrpSpPr/>
            <p:nvPr/>
          </p:nvGrpSpPr>
          <p:grpSpPr>
            <a:xfrm>
              <a:off x="7928563" y="-911075"/>
              <a:ext cx="986125" cy="2095500"/>
              <a:chOff x="7631225" y="2241175"/>
              <a:chExt cx="986125" cy="2095500"/>
            </a:xfrm>
          </p:grpSpPr>
          <p:cxnSp>
            <p:nvCxnSpPr>
              <p:cNvPr id="314" name="Google Shape;314;p1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5" name="Google Shape;315;p1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6" name="Google Shape;316;p1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7" name="Google Shape;317;p1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8" name="Google Shape;318;p1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9" name="Google Shape;319;p1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0" name="Google Shape;320;p1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1" name="Google Shape;321;p1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2" name="Google Shape;322;p1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3" name="Google Shape;323;p1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4" name="Google Shape;324;p1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5" name="Google Shape;325;p1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6" name="Google Shape;326;p1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7" name="Google Shape;327;p1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328" name="Google Shape;328;p14"/>
            <p:cNvGrpSpPr/>
            <p:nvPr/>
          </p:nvGrpSpPr>
          <p:grpSpPr>
            <a:xfrm>
              <a:off x="-1294537" y="1741238"/>
              <a:ext cx="1885275" cy="1884250"/>
              <a:chOff x="2609275" y="3149350"/>
              <a:chExt cx="1885275" cy="1884250"/>
            </a:xfrm>
          </p:grpSpPr>
          <p:sp>
            <p:nvSpPr>
              <p:cNvPr id="329" name="Google Shape;329;p14"/>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14"/>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14"/>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14"/>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14"/>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14"/>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14"/>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14"/>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14"/>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14"/>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14"/>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14"/>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14"/>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14"/>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14"/>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14"/>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14"/>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14"/>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14"/>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pic>
        <p:nvPicPr>
          <p:cNvPr id="348" name="Google Shape;348;p14"/>
          <p:cNvPicPr preferRelativeResize="0"/>
          <p:nvPr/>
        </p:nvPicPr>
        <p:blipFill>
          <a:blip r:embed="rId2">
            <a:alphaModFix/>
          </a:blip>
          <a:stretch>
            <a:fillRect/>
          </a:stretch>
        </p:blipFill>
        <p:spPr>
          <a:xfrm flipH="1">
            <a:off x="7925" y="1"/>
            <a:ext cx="9128151" cy="6857999"/>
          </a:xfrm>
          <a:prstGeom prst="rect">
            <a:avLst/>
          </a:prstGeom>
          <a:noFill/>
          <a:ln>
            <a:noFill/>
          </a:ln>
        </p:spPr>
      </p:pic>
      <p:sp>
        <p:nvSpPr>
          <p:cNvPr id="349" name="Google Shape;349;p14"/>
          <p:cNvSpPr/>
          <p:nvPr/>
        </p:nvSpPr>
        <p:spPr>
          <a:xfrm>
            <a:off x="7925" y="6436333"/>
            <a:ext cx="2263500" cy="4184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350" name="Google Shape;350;p14"/>
          <p:cNvSpPr txBox="1">
            <a:spLocks noGrp="1"/>
          </p:cNvSpPr>
          <p:nvPr>
            <p:ph type="title"/>
          </p:nvPr>
        </p:nvSpPr>
        <p:spPr>
          <a:xfrm>
            <a:off x="1228600" y="3941771"/>
            <a:ext cx="6686700" cy="7636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200"/>
              <a:buNone/>
              <a:defRPr>
                <a:solidFill>
                  <a:schemeClr val="dk1"/>
                </a:solidFill>
              </a:defRPr>
            </a:lvl1pPr>
            <a:lvl2pPr lvl="1" algn="ctr" rtl="0">
              <a:spcBef>
                <a:spcPts val="0"/>
              </a:spcBef>
              <a:spcAft>
                <a:spcPts val="0"/>
              </a:spcAft>
              <a:buClr>
                <a:schemeClr val="dk1"/>
              </a:buClr>
              <a:buSzPts val="2200"/>
              <a:buNone/>
              <a:defRPr sz="2200">
                <a:solidFill>
                  <a:schemeClr val="dk1"/>
                </a:solidFill>
              </a:defRPr>
            </a:lvl2pPr>
            <a:lvl3pPr lvl="2" algn="ctr" rtl="0">
              <a:spcBef>
                <a:spcPts val="0"/>
              </a:spcBef>
              <a:spcAft>
                <a:spcPts val="0"/>
              </a:spcAft>
              <a:buClr>
                <a:schemeClr val="dk1"/>
              </a:buClr>
              <a:buSzPts val="2200"/>
              <a:buNone/>
              <a:defRPr sz="2200">
                <a:solidFill>
                  <a:schemeClr val="dk1"/>
                </a:solidFill>
              </a:defRPr>
            </a:lvl3pPr>
            <a:lvl4pPr lvl="3" algn="ctr" rtl="0">
              <a:spcBef>
                <a:spcPts val="0"/>
              </a:spcBef>
              <a:spcAft>
                <a:spcPts val="0"/>
              </a:spcAft>
              <a:buClr>
                <a:schemeClr val="dk1"/>
              </a:buClr>
              <a:buSzPts val="2200"/>
              <a:buNone/>
              <a:defRPr sz="2200">
                <a:solidFill>
                  <a:schemeClr val="dk1"/>
                </a:solidFill>
              </a:defRPr>
            </a:lvl4pPr>
            <a:lvl5pPr lvl="4" algn="ctr" rtl="0">
              <a:spcBef>
                <a:spcPts val="0"/>
              </a:spcBef>
              <a:spcAft>
                <a:spcPts val="0"/>
              </a:spcAft>
              <a:buClr>
                <a:schemeClr val="dk1"/>
              </a:buClr>
              <a:buSzPts val="2200"/>
              <a:buNone/>
              <a:defRPr sz="2200">
                <a:solidFill>
                  <a:schemeClr val="dk1"/>
                </a:solidFill>
              </a:defRPr>
            </a:lvl5pPr>
            <a:lvl6pPr lvl="5" algn="ctr" rtl="0">
              <a:spcBef>
                <a:spcPts val="0"/>
              </a:spcBef>
              <a:spcAft>
                <a:spcPts val="0"/>
              </a:spcAft>
              <a:buClr>
                <a:schemeClr val="dk1"/>
              </a:buClr>
              <a:buSzPts val="2200"/>
              <a:buNone/>
              <a:defRPr sz="2200">
                <a:solidFill>
                  <a:schemeClr val="dk1"/>
                </a:solidFill>
              </a:defRPr>
            </a:lvl6pPr>
            <a:lvl7pPr lvl="6" algn="ctr" rtl="0">
              <a:spcBef>
                <a:spcPts val="0"/>
              </a:spcBef>
              <a:spcAft>
                <a:spcPts val="0"/>
              </a:spcAft>
              <a:buClr>
                <a:schemeClr val="dk1"/>
              </a:buClr>
              <a:buSzPts val="2200"/>
              <a:buNone/>
              <a:defRPr sz="2200">
                <a:solidFill>
                  <a:schemeClr val="dk1"/>
                </a:solidFill>
              </a:defRPr>
            </a:lvl7pPr>
            <a:lvl8pPr lvl="7" algn="ctr" rtl="0">
              <a:spcBef>
                <a:spcPts val="0"/>
              </a:spcBef>
              <a:spcAft>
                <a:spcPts val="0"/>
              </a:spcAft>
              <a:buClr>
                <a:schemeClr val="dk1"/>
              </a:buClr>
              <a:buSzPts val="2200"/>
              <a:buNone/>
              <a:defRPr sz="2200">
                <a:solidFill>
                  <a:schemeClr val="dk1"/>
                </a:solidFill>
              </a:defRPr>
            </a:lvl8pPr>
            <a:lvl9pPr lvl="8" algn="ctr" rtl="0">
              <a:spcBef>
                <a:spcPts val="0"/>
              </a:spcBef>
              <a:spcAft>
                <a:spcPts val="0"/>
              </a:spcAft>
              <a:buClr>
                <a:schemeClr val="dk1"/>
              </a:buClr>
              <a:buSzPts val="2200"/>
              <a:buNone/>
              <a:defRPr sz="2200">
                <a:solidFill>
                  <a:schemeClr val="dk1"/>
                </a:solidFill>
              </a:defRPr>
            </a:lvl9pPr>
          </a:lstStyle>
          <a:p>
            <a:r>
              <a:rPr lang="en-US"/>
              <a:t>Click to edit Master title style</a:t>
            </a:r>
            <a:endParaRPr/>
          </a:p>
        </p:txBody>
      </p:sp>
      <p:sp>
        <p:nvSpPr>
          <p:cNvPr id="351" name="Google Shape;351;p14"/>
          <p:cNvSpPr txBox="1">
            <a:spLocks noGrp="1"/>
          </p:cNvSpPr>
          <p:nvPr>
            <p:ph type="subTitle" idx="1"/>
          </p:nvPr>
        </p:nvSpPr>
        <p:spPr>
          <a:xfrm>
            <a:off x="1228600" y="2051033"/>
            <a:ext cx="6686700" cy="198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3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r>
              <a:rPr lang="en-US"/>
              <a:t>Click to edit Master subtitle style</a:t>
            </a:r>
            <a:endParaRPr/>
          </a:p>
        </p:txBody>
      </p:sp>
    </p:spTree>
    <p:extLst>
      <p:ext uri="{BB962C8B-B14F-4D97-AF65-F5344CB8AC3E}">
        <p14:creationId xmlns:p14="http://schemas.microsoft.com/office/powerpoint/2010/main" val="3038744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352"/>
        <p:cNvGrpSpPr/>
        <p:nvPr/>
      </p:nvGrpSpPr>
      <p:grpSpPr>
        <a:xfrm>
          <a:off x="0" y="0"/>
          <a:ext cx="0" cy="0"/>
          <a:chOff x="0" y="0"/>
          <a:chExt cx="0" cy="0"/>
        </a:xfrm>
      </p:grpSpPr>
      <p:pic>
        <p:nvPicPr>
          <p:cNvPr id="353" name="Google Shape;353;p15"/>
          <p:cNvPicPr preferRelativeResize="0"/>
          <p:nvPr/>
        </p:nvPicPr>
        <p:blipFill>
          <a:blip r:embed="rId2">
            <a:alphaModFix/>
          </a:blip>
          <a:stretch>
            <a:fillRect/>
          </a:stretch>
        </p:blipFill>
        <p:spPr>
          <a:xfrm rot="10800000">
            <a:off x="7925" y="1"/>
            <a:ext cx="9128151" cy="6857999"/>
          </a:xfrm>
          <a:prstGeom prst="rect">
            <a:avLst/>
          </a:prstGeom>
          <a:noFill/>
          <a:ln>
            <a:noFill/>
          </a:ln>
        </p:spPr>
      </p:pic>
      <p:grpSp>
        <p:nvGrpSpPr>
          <p:cNvPr id="354" name="Google Shape;354;p15"/>
          <p:cNvGrpSpPr/>
          <p:nvPr/>
        </p:nvGrpSpPr>
        <p:grpSpPr>
          <a:xfrm>
            <a:off x="6912001" y="0"/>
            <a:ext cx="2450875" cy="6875163"/>
            <a:chOff x="6912000" y="0"/>
            <a:chExt cx="2450875" cy="5156372"/>
          </a:xfrm>
        </p:grpSpPr>
        <p:sp>
          <p:nvSpPr>
            <p:cNvPr id="355" name="Google Shape;355;p15"/>
            <p:cNvSpPr/>
            <p:nvPr/>
          </p:nvSpPr>
          <p:spPr>
            <a:xfrm rot="10800000">
              <a:off x="8516400" y="3699572"/>
              <a:ext cx="6276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356" name="Google Shape;356;p15"/>
            <p:cNvSpPr/>
            <p:nvPr/>
          </p:nvSpPr>
          <p:spPr>
            <a:xfrm>
              <a:off x="7480375" y="46842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357" name="Google Shape;357;p15"/>
            <p:cNvSpPr/>
            <p:nvPr/>
          </p:nvSpPr>
          <p:spPr>
            <a:xfrm rot="10800000">
              <a:off x="6912000" y="0"/>
              <a:ext cx="2232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358" name="Google Shape;358;p15"/>
          <p:cNvGrpSpPr/>
          <p:nvPr/>
        </p:nvGrpSpPr>
        <p:grpSpPr>
          <a:xfrm>
            <a:off x="-2178113" y="1236213"/>
            <a:ext cx="5103863" cy="5772988"/>
            <a:chOff x="-2178113" y="927159"/>
            <a:chExt cx="5103863" cy="4329741"/>
          </a:xfrm>
        </p:grpSpPr>
        <p:sp>
          <p:nvSpPr>
            <p:cNvPr id="359" name="Google Shape;359;p15"/>
            <p:cNvSpPr/>
            <p:nvPr/>
          </p:nvSpPr>
          <p:spPr>
            <a:xfrm rot="8100000">
              <a:off x="-1696423" y="1408849"/>
              <a:ext cx="2325803" cy="2325803"/>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15"/>
            <p:cNvSpPr/>
            <p:nvPr/>
          </p:nvSpPr>
          <p:spPr>
            <a:xfrm>
              <a:off x="-78450" y="4684200"/>
              <a:ext cx="3004200" cy="5727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361" name="Google Shape;361;p15"/>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41247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362"/>
        <p:cNvGrpSpPr/>
        <p:nvPr/>
      </p:nvGrpSpPr>
      <p:grpSpPr>
        <a:xfrm>
          <a:off x="0" y="0"/>
          <a:ext cx="0" cy="0"/>
          <a:chOff x="0" y="0"/>
          <a:chExt cx="0" cy="0"/>
        </a:xfrm>
      </p:grpSpPr>
      <p:pic>
        <p:nvPicPr>
          <p:cNvPr id="363" name="Google Shape;363;p16"/>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364" name="Google Shape;364;p16"/>
          <p:cNvGrpSpPr/>
          <p:nvPr/>
        </p:nvGrpSpPr>
        <p:grpSpPr>
          <a:xfrm>
            <a:off x="-413550" y="2610668"/>
            <a:ext cx="10720388" cy="3082217"/>
            <a:chOff x="-413550" y="1958000"/>
            <a:chExt cx="10720388" cy="2311663"/>
          </a:xfrm>
        </p:grpSpPr>
        <p:grpSp>
          <p:nvGrpSpPr>
            <p:cNvPr id="365" name="Google Shape;365;p16"/>
            <p:cNvGrpSpPr/>
            <p:nvPr/>
          </p:nvGrpSpPr>
          <p:grpSpPr>
            <a:xfrm>
              <a:off x="8421563" y="2385413"/>
              <a:ext cx="1885275" cy="1884250"/>
              <a:chOff x="2609275" y="3149350"/>
              <a:chExt cx="1885275" cy="1884250"/>
            </a:xfrm>
          </p:grpSpPr>
          <p:sp>
            <p:nvSpPr>
              <p:cNvPr id="366" name="Google Shape;366;p1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1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1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1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1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1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1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1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1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1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1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1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1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1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1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1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1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1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1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5" name="Google Shape;385;p16"/>
            <p:cNvGrpSpPr/>
            <p:nvPr/>
          </p:nvGrpSpPr>
          <p:grpSpPr>
            <a:xfrm>
              <a:off x="-413550" y="1958000"/>
              <a:ext cx="986125" cy="2095500"/>
              <a:chOff x="7631225" y="2241175"/>
              <a:chExt cx="986125" cy="2095500"/>
            </a:xfrm>
          </p:grpSpPr>
          <p:cxnSp>
            <p:nvCxnSpPr>
              <p:cNvPr id="386" name="Google Shape;386;p16"/>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7" name="Google Shape;387;p16"/>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8" name="Google Shape;388;p16"/>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9" name="Google Shape;389;p16"/>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0" name="Google Shape;390;p16"/>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1" name="Google Shape;391;p16"/>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2" name="Google Shape;392;p16"/>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3" name="Google Shape;393;p16"/>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4" name="Google Shape;394;p16"/>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5" name="Google Shape;395;p16"/>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6" name="Google Shape;396;p16"/>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7" name="Google Shape;397;p16"/>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8" name="Google Shape;398;p16"/>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9" name="Google Shape;399;p16"/>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400" name="Google Shape;400;p16"/>
          <p:cNvGrpSpPr/>
          <p:nvPr/>
        </p:nvGrpSpPr>
        <p:grpSpPr>
          <a:xfrm>
            <a:off x="7926" y="-33"/>
            <a:ext cx="9136075" cy="6858017"/>
            <a:chOff x="7925" y="-25"/>
            <a:chExt cx="9136075" cy="5143513"/>
          </a:xfrm>
        </p:grpSpPr>
        <p:sp>
          <p:nvSpPr>
            <p:cNvPr id="401" name="Google Shape;401;p16"/>
            <p:cNvSpPr/>
            <p:nvPr/>
          </p:nvSpPr>
          <p:spPr>
            <a:xfrm>
              <a:off x="7925" y="4829688"/>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02" name="Google Shape;402;p16"/>
            <p:cNvSpPr/>
            <p:nvPr/>
          </p:nvSpPr>
          <p:spPr>
            <a:xfrm rot="10800000">
              <a:off x="7504200" y="-25"/>
              <a:ext cx="1639800" cy="424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403" name="Google Shape;403;p16"/>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90985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404"/>
        <p:cNvGrpSpPr/>
        <p:nvPr/>
      </p:nvGrpSpPr>
      <p:grpSpPr>
        <a:xfrm>
          <a:off x="0" y="0"/>
          <a:ext cx="0" cy="0"/>
          <a:chOff x="0" y="0"/>
          <a:chExt cx="0" cy="0"/>
        </a:xfrm>
      </p:grpSpPr>
      <p:pic>
        <p:nvPicPr>
          <p:cNvPr id="405" name="Google Shape;405;p17"/>
          <p:cNvPicPr preferRelativeResize="0"/>
          <p:nvPr/>
        </p:nvPicPr>
        <p:blipFill>
          <a:blip r:embed="rId2">
            <a:alphaModFix/>
          </a:blip>
          <a:stretch>
            <a:fillRect/>
          </a:stretch>
        </p:blipFill>
        <p:spPr>
          <a:xfrm>
            <a:off x="7925" y="1"/>
            <a:ext cx="9128151" cy="6857999"/>
          </a:xfrm>
          <a:prstGeom prst="rect">
            <a:avLst/>
          </a:prstGeom>
          <a:noFill/>
          <a:ln>
            <a:noFill/>
          </a:ln>
        </p:spPr>
      </p:pic>
      <p:sp>
        <p:nvSpPr>
          <p:cNvPr id="406" name="Google Shape;406;p17"/>
          <p:cNvSpPr/>
          <p:nvPr/>
        </p:nvSpPr>
        <p:spPr>
          <a:xfrm rot="-5400000">
            <a:off x="6805388" y="6526289"/>
            <a:ext cx="3101100"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07" name="Google Shape;407;p17"/>
          <p:cNvGrpSpPr/>
          <p:nvPr/>
        </p:nvGrpSpPr>
        <p:grpSpPr>
          <a:xfrm>
            <a:off x="-502850" y="-15"/>
            <a:ext cx="9646850" cy="6858017"/>
            <a:chOff x="-502850" y="-12"/>
            <a:chExt cx="9646850" cy="5143513"/>
          </a:xfrm>
        </p:grpSpPr>
        <p:sp>
          <p:nvSpPr>
            <p:cNvPr id="408" name="Google Shape;408;p17"/>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09" name="Google Shape;409;p17"/>
            <p:cNvSpPr/>
            <p:nvPr/>
          </p:nvSpPr>
          <p:spPr>
            <a:xfrm>
              <a:off x="-502850" y="3138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10" name="Google Shape;410;p17"/>
            <p:cNvSpPr/>
            <p:nvPr/>
          </p:nvSpPr>
          <p:spPr>
            <a:xfrm>
              <a:off x="0" y="2817600"/>
              <a:ext cx="593700" cy="23259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11" name="Google Shape;411;p17"/>
            <p:cNvSpPr/>
            <p:nvPr/>
          </p:nvSpPr>
          <p:spPr>
            <a:xfrm>
              <a:off x="0" y="4780475"/>
              <a:ext cx="1882500" cy="3630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412" name="Google Shape;412;p17"/>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8918248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13"/>
        <p:cNvGrpSpPr/>
        <p:nvPr/>
      </p:nvGrpSpPr>
      <p:grpSpPr>
        <a:xfrm>
          <a:off x="0" y="0"/>
          <a:ext cx="0" cy="0"/>
          <a:chOff x="0" y="0"/>
          <a:chExt cx="0" cy="0"/>
        </a:xfrm>
      </p:grpSpPr>
      <p:pic>
        <p:nvPicPr>
          <p:cNvPr id="414" name="Google Shape;414;p18"/>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415" name="Google Shape;415;p18"/>
          <p:cNvGrpSpPr/>
          <p:nvPr/>
        </p:nvGrpSpPr>
        <p:grpSpPr>
          <a:xfrm>
            <a:off x="0" y="5161067"/>
            <a:ext cx="2263500" cy="1696967"/>
            <a:chOff x="0" y="3870800"/>
            <a:chExt cx="2263500" cy="1272725"/>
          </a:xfrm>
        </p:grpSpPr>
        <p:sp>
          <p:nvSpPr>
            <p:cNvPr id="416" name="Google Shape;416;p18"/>
            <p:cNvSpPr/>
            <p:nvPr/>
          </p:nvSpPr>
          <p:spPr>
            <a:xfrm>
              <a:off x="0" y="3870800"/>
              <a:ext cx="986100" cy="12726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17" name="Google Shape;417;p18"/>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418" name="Google Shape;418;p18"/>
          <p:cNvSpPr/>
          <p:nvPr/>
        </p:nvSpPr>
        <p:spPr>
          <a:xfrm rot="-5400000">
            <a:off x="7854313" y="2464105"/>
            <a:ext cx="3101100"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9" name="Google Shape;419;p18"/>
          <p:cNvSpPr txBox="1">
            <a:spLocks noGrp="1"/>
          </p:cNvSpPr>
          <p:nvPr>
            <p:ph type="title"/>
          </p:nvPr>
        </p:nvSpPr>
        <p:spPr>
          <a:xfrm>
            <a:off x="2444050" y="2359051"/>
            <a:ext cx="4255800" cy="151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800"/>
              <a:buNone/>
              <a:defRPr sz="72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420" name="Google Shape;420;p18"/>
          <p:cNvSpPr txBox="1">
            <a:spLocks noGrp="1"/>
          </p:cNvSpPr>
          <p:nvPr>
            <p:ph type="subTitle" idx="1"/>
          </p:nvPr>
        </p:nvSpPr>
        <p:spPr>
          <a:xfrm>
            <a:off x="2444050" y="3593355"/>
            <a:ext cx="4255800" cy="90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500"/>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304943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421"/>
        <p:cNvGrpSpPr/>
        <p:nvPr/>
      </p:nvGrpSpPr>
      <p:grpSpPr>
        <a:xfrm>
          <a:off x="0" y="0"/>
          <a:ext cx="0" cy="0"/>
          <a:chOff x="0" y="0"/>
          <a:chExt cx="0" cy="0"/>
        </a:xfrm>
      </p:grpSpPr>
      <p:pic>
        <p:nvPicPr>
          <p:cNvPr id="422" name="Google Shape;422;p19"/>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423" name="Google Shape;423;p19"/>
          <p:cNvGrpSpPr/>
          <p:nvPr/>
        </p:nvGrpSpPr>
        <p:grpSpPr>
          <a:xfrm>
            <a:off x="6881054" y="0"/>
            <a:ext cx="2263500" cy="2495200"/>
            <a:chOff x="6881054" y="0"/>
            <a:chExt cx="2263500" cy="1871400"/>
          </a:xfrm>
        </p:grpSpPr>
        <p:sp>
          <p:nvSpPr>
            <p:cNvPr id="424" name="Google Shape;424;p19"/>
            <p:cNvSpPr/>
            <p:nvPr/>
          </p:nvSpPr>
          <p:spPr>
            <a:xfrm flipH="1">
              <a:off x="8664252" y="0"/>
              <a:ext cx="480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25" name="Google Shape;425;p19"/>
            <p:cNvSpPr/>
            <p:nvPr/>
          </p:nvSpPr>
          <p:spPr>
            <a:xfrm rot="10800000">
              <a:off x="6881054"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426" name="Google Shape;426;p19"/>
          <p:cNvGrpSpPr/>
          <p:nvPr/>
        </p:nvGrpSpPr>
        <p:grpSpPr>
          <a:xfrm>
            <a:off x="-511671" y="-198200"/>
            <a:ext cx="3564150" cy="4734767"/>
            <a:chOff x="-511671" y="-148650"/>
            <a:chExt cx="3564150" cy="3551075"/>
          </a:xfrm>
        </p:grpSpPr>
        <p:sp>
          <p:nvSpPr>
            <p:cNvPr id="427" name="Google Shape;427;p19"/>
            <p:cNvSpPr/>
            <p:nvPr/>
          </p:nvSpPr>
          <p:spPr>
            <a:xfrm rot="10800000" flipH="1">
              <a:off x="-109521" y="-1486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428" name="Google Shape;428;p19"/>
            <p:cNvGrpSpPr/>
            <p:nvPr/>
          </p:nvGrpSpPr>
          <p:grpSpPr>
            <a:xfrm flipH="1">
              <a:off x="-511671" y="1306925"/>
              <a:ext cx="986125" cy="2095500"/>
              <a:chOff x="7631225" y="2241175"/>
              <a:chExt cx="986125" cy="2095500"/>
            </a:xfrm>
          </p:grpSpPr>
          <p:cxnSp>
            <p:nvCxnSpPr>
              <p:cNvPr id="429" name="Google Shape;429;p19"/>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0" name="Google Shape;430;p19"/>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1" name="Google Shape;431;p19"/>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2" name="Google Shape;432;p19"/>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3" name="Google Shape;433;p19"/>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4" name="Google Shape;434;p19"/>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5" name="Google Shape;435;p19"/>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6" name="Google Shape;436;p19"/>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7" name="Google Shape;437;p19"/>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8" name="Google Shape;438;p19"/>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39" name="Google Shape;439;p19"/>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40" name="Google Shape;440;p19"/>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41" name="Google Shape;441;p19"/>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42" name="Google Shape;442;p19"/>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443" name="Google Shape;443;p19"/>
          <p:cNvSpPr txBox="1">
            <a:spLocks noGrp="1"/>
          </p:cNvSpPr>
          <p:nvPr>
            <p:ph type="title"/>
          </p:nvPr>
        </p:nvSpPr>
        <p:spPr>
          <a:xfrm>
            <a:off x="952500" y="2061833"/>
            <a:ext cx="3325500" cy="18584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444" name="Google Shape;444;p19"/>
          <p:cNvSpPr txBox="1">
            <a:spLocks noGrp="1"/>
          </p:cNvSpPr>
          <p:nvPr>
            <p:ph type="subTitle" idx="1"/>
          </p:nvPr>
        </p:nvSpPr>
        <p:spPr>
          <a:xfrm>
            <a:off x="952500" y="3840200"/>
            <a:ext cx="3325500" cy="95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445" name="Google Shape;445;p19"/>
          <p:cNvSpPr>
            <a:spLocks noGrp="1"/>
          </p:cNvSpPr>
          <p:nvPr>
            <p:ph type="pic" idx="2"/>
          </p:nvPr>
        </p:nvSpPr>
        <p:spPr>
          <a:xfrm>
            <a:off x="4664450" y="719333"/>
            <a:ext cx="3757200" cy="5419200"/>
          </a:xfrm>
          <a:prstGeom prst="round1Rect">
            <a:avLst>
              <a:gd name="adj" fmla="val 16667"/>
            </a:avLst>
          </a:prstGeom>
          <a:noFill/>
          <a:ln>
            <a:noFill/>
          </a:ln>
        </p:spPr>
      </p:sp>
    </p:spTree>
    <p:extLst>
      <p:ext uri="{BB962C8B-B14F-4D97-AF65-F5344CB8AC3E}">
        <p14:creationId xmlns:p14="http://schemas.microsoft.com/office/powerpoint/2010/main" val="3382173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446"/>
        <p:cNvGrpSpPr/>
        <p:nvPr/>
      </p:nvGrpSpPr>
      <p:grpSpPr>
        <a:xfrm>
          <a:off x="0" y="0"/>
          <a:ext cx="0" cy="0"/>
          <a:chOff x="0" y="0"/>
          <a:chExt cx="0" cy="0"/>
        </a:xfrm>
      </p:grpSpPr>
      <p:pic>
        <p:nvPicPr>
          <p:cNvPr id="447" name="Google Shape;447;p20"/>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448" name="Google Shape;448;p20"/>
          <p:cNvGrpSpPr/>
          <p:nvPr/>
        </p:nvGrpSpPr>
        <p:grpSpPr>
          <a:xfrm>
            <a:off x="1" y="0"/>
            <a:ext cx="9552075" cy="6858000"/>
            <a:chOff x="0" y="0"/>
            <a:chExt cx="9552075" cy="5143500"/>
          </a:xfrm>
        </p:grpSpPr>
        <p:sp>
          <p:nvSpPr>
            <p:cNvPr id="449" name="Google Shape;449;p20"/>
            <p:cNvSpPr/>
            <p:nvPr/>
          </p:nvSpPr>
          <p:spPr>
            <a:xfrm>
              <a:off x="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50" name="Google Shape;450;p20"/>
            <p:cNvSpPr/>
            <p:nvPr/>
          </p:nvSpPr>
          <p:spPr>
            <a:xfrm flipH="1">
              <a:off x="6114300" y="4426500"/>
              <a:ext cx="3029700" cy="717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51" name="Google Shape;451;p20"/>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52" name="Google Shape;452;p20"/>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453" name="Google Shape;453;p20"/>
          <p:cNvGrpSpPr/>
          <p:nvPr/>
        </p:nvGrpSpPr>
        <p:grpSpPr>
          <a:xfrm>
            <a:off x="315013" y="-1772934"/>
            <a:ext cx="8939088" cy="10264051"/>
            <a:chOff x="315013" y="-1329700"/>
            <a:chExt cx="8939088" cy="7698038"/>
          </a:xfrm>
        </p:grpSpPr>
        <p:sp>
          <p:nvSpPr>
            <p:cNvPr id="454" name="Google Shape;454;p20"/>
            <p:cNvSpPr/>
            <p:nvPr/>
          </p:nvSpPr>
          <p:spPr>
            <a:xfrm rot="10800000">
              <a:off x="6092100"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455" name="Google Shape;455;p20"/>
            <p:cNvGrpSpPr/>
            <p:nvPr/>
          </p:nvGrpSpPr>
          <p:grpSpPr>
            <a:xfrm>
              <a:off x="3316738" y="-1329700"/>
              <a:ext cx="986125" cy="2095500"/>
              <a:chOff x="7631225" y="2241175"/>
              <a:chExt cx="986125" cy="2095500"/>
            </a:xfrm>
          </p:grpSpPr>
          <p:cxnSp>
            <p:nvCxnSpPr>
              <p:cNvPr id="456" name="Google Shape;456;p2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7" name="Google Shape;457;p2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8" name="Google Shape;458;p2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9" name="Google Shape;459;p2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0" name="Google Shape;460;p2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1" name="Google Shape;461;p2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2" name="Google Shape;462;p2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3" name="Google Shape;463;p2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4" name="Google Shape;464;p2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5" name="Google Shape;465;p2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6" name="Google Shape;466;p2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7" name="Google Shape;467;p2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8" name="Google Shape;468;p2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9" name="Google Shape;469;p2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470" name="Google Shape;470;p20"/>
            <p:cNvGrpSpPr/>
            <p:nvPr/>
          </p:nvGrpSpPr>
          <p:grpSpPr>
            <a:xfrm>
              <a:off x="315013" y="4484088"/>
              <a:ext cx="1885275" cy="1884250"/>
              <a:chOff x="2609275" y="3149350"/>
              <a:chExt cx="1885275" cy="1884250"/>
            </a:xfrm>
          </p:grpSpPr>
          <p:sp>
            <p:nvSpPr>
              <p:cNvPr id="471" name="Google Shape;471;p2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2" name="Google Shape;472;p2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2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2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2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6" name="Google Shape;476;p2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7" name="Google Shape;477;p2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8" name="Google Shape;478;p2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9" name="Google Shape;479;p2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0" name="Google Shape;480;p2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2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2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3" name="Google Shape;483;p2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4" name="Google Shape;484;p2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2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6" name="Google Shape;486;p2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7" name="Google Shape;487;p2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8" name="Google Shape;488;p2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9" name="Google Shape;489;p2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90" name="Google Shape;490;p20"/>
          <p:cNvSpPr txBox="1">
            <a:spLocks noGrp="1"/>
          </p:cNvSpPr>
          <p:nvPr>
            <p:ph type="title"/>
          </p:nvPr>
        </p:nvSpPr>
        <p:spPr>
          <a:xfrm>
            <a:off x="1150150" y="2380600"/>
            <a:ext cx="3029700" cy="12208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491" name="Google Shape;491;p20"/>
          <p:cNvSpPr txBox="1">
            <a:spLocks noGrp="1"/>
          </p:cNvSpPr>
          <p:nvPr>
            <p:ph type="subTitle" idx="1"/>
          </p:nvPr>
        </p:nvSpPr>
        <p:spPr>
          <a:xfrm>
            <a:off x="1150150" y="3521365"/>
            <a:ext cx="3029700" cy="95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436289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492"/>
        <p:cNvGrpSpPr/>
        <p:nvPr/>
      </p:nvGrpSpPr>
      <p:grpSpPr>
        <a:xfrm>
          <a:off x="0" y="0"/>
          <a:ext cx="0" cy="0"/>
          <a:chOff x="0" y="0"/>
          <a:chExt cx="0" cy="0"/>
        </a:xfrm>
      </p:grpSpPr>
      <p:pic>
        <p:nvPicPr>
          <p:cNvPr id="493" name="Google Shape;493;p21"/>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494" name="Google Shape;494;p21"/>
          <p:cNvGrpSpPr/>
          <p:nvPr/>
        </p:nvGrpSpPr>
        <p:grpSpPr>
          <a:xfrm>
            <a:off x="-260288" y="-1833133"/>
            <a:ext cx="9396363" cy="8789333"/>
            <a:chOff x="-260288" y="-1374850"/>
            <a:chExt cx="9396363" cy="6592000"/>
          </a:xfrm>
        </p:grpSpPr>
        <p:sp>
          <p:nvSpPr>
            <p:cNvPr id="495" name="Google Shape;495;p21"/>
            <p:cNvSpPr/>
            <p:nvPr/>
          </p:nvSpPr>
          <p:spPr>
            <a:xfrm>
              <a:off x="-78450" y="46060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496" name="Google Shape;496;p21"/>
            <p:cNvGrpSpPr/>
            <p:nvPr/>
          </p:nvGrpSpPr>
          <p:grpSpPr>
            <a:xfrm>
              <a:off x="-218875" y="-13775"/>
              <a:ext cx="9354950" cy="5157275"/>
              <a:chOff x="-218875" y="-13775"/>
              <a:chExt cx="9354950" cy="5157275"/>
            </a:xfrm>
          </p:grpSpPr>
          <p:sp>
            <p:nvSpPr>
              <p:cNvPr id="497" name="Google Shape;497;p21"/>
              <p:cNvSpPr/>
              <p:nvPr/>
            </p:nvSpPr>
            <p:spPr>
              <a:xfrm rot="10800000">
                <a:off x="8413675" y="327210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98" name="Google Shape;498;p21"/>
              <p:cNvSpPr/>
              <p:nvPr/>
            </p:nvSpPr>
            <p:spPr>
              <a:xfrm rot="10800000" flipH="1">
                <a:off x="-11111" y="-13775"/>
                <a:ext cx="1277100" cy="1122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499" name="Google Shape;499;p21"/>
              <p:cNvSpPr/>
              <p:nvPr/>
            </p:nvSpPr>
            <p:spPr>
              <a:xfrm flipH="1">
                <a:off x="6872575" y="482970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00" name="Google Shape;500;p21"/>
              <p:cNvSpPr/>
              <p:nvPr/>
            </p:nvSpPr>
            <p:spPr>
              <a:xfrm>
                <a:off x="-218875" y="3071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501" name="Google Shape;501;p21"/>
            <p:cNvGrpSpPr/>
            <p:nvPr/>
          </p:nvGrpSpPr>
          <p:grpSpPr>
            <a:xfrm>
              <a:off x="-260288" y="1809525"/>
              <a:ext cx="986125" cy="2095500"/>
              <a:chOff x="7631225" y="2241175"/>
              <a:chExt cx="986125" cy="2095500"/>
            </a:xfrm>
          </p:grpSpPr>
          <p:cxnSp>
            <p:nvCxnSpPr>
              <p:cNvPr id="502" name="Google Shape;502;p2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3" name="Google Shape;503;p2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4" name="Google Shape;504;p2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5" name="Google Shape;505;p2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6" name="Google Shape;506;p2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7" name="Google Shape;507;p2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8" name="Google Shape;508;p2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9" name="Google Shape;509;p2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0" name="Google Shape;510;p2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1" name="Google Shape;511;p2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2" name="Google Shape;512;p2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3" name="Google Shape;513;p2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4" name="Google Shape;514;p2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5" name="Google Shape;515;p2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516" name="Google Shape;516;p21"/>
            <p:cNvSpPr/>
            <p:nvPr/>
          </p:nvSpPr>
          <p:spPr>
            <a:xfrm rot="-5400000">
              <a:off x="5322038" y="-137485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17" name="Google Shape;517;p21"/>
          <p:cNvSpPr txBox="1">
            <a:spLocks noGrp="1"/>
          </p:cNvSpPr>
          <p:nvPr>
            <p:ph type="title"/>
          </p:nvPr>
        </p:nvSpPr>
        <p:spPr>
          <a:xfrm>
            <a:off x="4596287" y="2592212"/>
            <a:ext cx="3029700" cy="797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518" name="Google Shape;518;p21"/>
          <p:cNvSpPr txBox="1">
            <a:spLocks noGrp="1"/>
          </p:cNvSpPr>
          <p:nvPr>
            <p:ph type="subTitle" idx="1"/>
          </p:nvPr>
        </p:nvSpPr>
        <p:spPr>
          <a:xfrm>
            <a:off x="4596287" y="3309907"/>
            <a:ext cx="3029700" cy="9560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455992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519"/>
        <p:cNvGrpSpPr/>
        <p:nvPr/>
      </p:nvGrpSpPr>
      <p:grpSpPr>
        <a:xfrm>
          <a:off x="0" y="0"/>
          <a:ext cx="0" cy="0"/>
          <a:chOff x="0" y="0"/>
          <a:chExt cx="0" cy="0"/>
        </a:xfrm>
      </p:grpSpPr>
      <p:pic>
        <p:nvPicPr>
          <p:cNvPr id="520" name="Google Shape;520;p22"/>
          <p:cNvPicPr preferRelativeResize="0"/>
          <p:nvPr/>
        </p:nvPicPr>
        <p:blipFill>
          <a:blip r:embed="rId2">
            <a:alphaModFix/>
          </a:blip>
          <a:stretch>
            <a:fillRect/>
          </a:stretch>
        </p:blipFill>
        <p:spPr>
          <a:xfrm flipH="1">
            <a:off x="7925" y="1"/>
            <a:ext cx="9128151" cy="6857999"/>
          </a:xfrm>
          <a:prstGeom prst="rect">
            <a:avLst/>
          </a:prstGeom>
          <a:noFill/>
          <a:ln>
            <a:noFill/>
          </a:ln>
        </p:spPr>
      </p:pic>
      <p:grpSp>
        <p:nvGrpSpPr>
          <p:cNvPr id="521" name="Google Shape;521;p22"/>
          <p:cNvGrpSpPr/>
          <p:nvPr/>
        </p:nvGrpSpPr>
        <p:grpSpPr>
          <a:xfrm>
            <a:off x="-378350" y="-95467"/>
            <a:ext cx="10617113" cy="4410733"/>
            <a:chOff x="-378350" y="-71600"/>
            <a:chExt cx="10617113" cy="3308050"/>
          </a:xfrm>
        </p:grpSpPr>
        <p:sp>
          <p:nvSpPr>
            <p:cNvPr id="522" name="Google Shape;522;p22"/>
            <p:cNvSpPr/>
            <p:nvPr/>
          </p:nvSpPr>
          <p:spPr>
            <a:xfrm rot="10800000" flipH="1">
              <a:off x="-378350"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523" name="Google Shape;523;p22"/>
            <p:cNvGrpSpPr/>
            <p:nvPr/>
          </p:nvGrpSpPr>
          <p:grpSpPr>
            <a:xfrm>
              <a:off x="8353488" y="1352200"/>
              <a:ext cx="1885275" cy="1884250"/>
              <a:chOff x="2609275" y="3149350"/>
              <a:chExt cx="1885275" cy="1884250"/>
            </a:xfrm>
          </p:grpSpPr>
          <p:sp>
            <p:nvSpPr>
              <p:cNvPr id="524" name="Google Shape;524;p2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5" name="Google Shape;525;p2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6" name="Google Shape;526;p2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7" name="Google Shape;527;p2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8" name="Google Shape;528;p2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9" name="Google Shape;529;p2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0" name="Google Shape;530;p2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1" name="Google Shape;531;p2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2" name="Google Shape;532;p2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3" name="Google Shape;533;p2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4" name="Google Shape;534;p2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5" name="Google Shape;535;p2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6" name="Google Shape;536;p2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7" name="Google Shape;537;p2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8" name="Google Shape;538;p2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9" name="Google Shape;539;p2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0" name="Google Shape;540;p2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1" name="Google Shape;541;p2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2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543" name="Google Shape;543;p22"/>
          <p:cNvSpPr/>
          <p:nvPr/>
        </p:nvSpPr>
        <p:spPr>
          <a:xfrm rot="10800000">
            <a:off x="6872575" y="0"/>
            <a:ext cx="2263500" cy="4184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44" name="Google Shape;544;p22"/>
          <p:cNvSpPr txBox="1">
            <a:spLocks noGrp="1"/>
          </p:cNvSpPr>
          <p:nvPr>
            <p:ph type="title"/>
          </p:nvPr>
        </p:nvSpPr>
        <p:spPr>
          <a:xfrm>
            <a:off x="1352263" y="2380600"/>
            <a:ext cx="3029700" cy="12208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545" name="Google Shape;545;p22"/>
          <p:cNvSpPr txBox="1">
            <a:spLocks noGrp="1"/>
          </p:cNvSpPr>
          <p:nvPr>
            <p:ph type="subTitle" idx="1"/>
          </p:nvPr>
        </p:nvSpPr>
        <p:spPr>
          <a:xfrm>
            <a:off x="1352263" y="3521361"/>
            <a:ext cx="3029700" cy="95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819238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546"/>
        <p:cNvGrpSpPr/>
        <p:nvPr/>
      </p:nvGrpSpPr>
      <p:grpSpPr>
        <a:xfrm>
          <a:off x="0" y="0"/>
          <a:ext cx="0" cy="0"/>
          <a:chOff x="0" y="0"/>
          <a:chExt cx="0" cy="0"/>
        </a:xfrm>
      </p:grpSpPr>
      <p:pic>
        <p:nvPicPr>
          <p:cNvPr id="547" name="Google Shape;547;p23"/>
          <p:cNvPicPr preferRelativeResize="0"/>
          <p:nvPr/>
        </p:nvPicPr>
        <p:blipFill>
          <a:blip r:embed="rId2">
            <a:alphaModFix/>
          </a:blip>
          <a:stretch>
            <a:fillRect/>
          </a:stretch>
        </p:blipFill>
        <p:spPr>
          <a:xfrm flipH="1">
            <a:off x="7925" y="1"/>
            <a:ext cx="9128151" cy="6857999"/>
          </a:xfrm>
          <a:prstGeom prst="rect">
            <a:avLst/>
          </a:prstGeom>
          <a:noFill/>
          <a:ln>
            <a:noFill/>
          </a:ln>
        </p:spPr>
      </p:pic>
      <p:grpSp>
        <p:nvGrpSpPr>
          <p:cNvPr id="548" name="Google Shape;548;p23"/>
          <p:cNvGrpSpPr/>
          <p:nvPr/>
        </p:nvGrpSpPr>
        <p:grpSpPr>
          <a:xfrm>
            <a:off x="0" y="0"/>
            <a:ext cx="9725100" cy="6857984"/>
            <a:chOff x="0" y="0"/>
            <a:chExt cx="9725100" cy="5143488"/>
          </a:xfrm>
        </p:grpSpPr>
        <p:sp>
          <p:nvSpPr>
            <p:cNvPr id="549" name="Google Shape;549;p23"/>
            <p:cNvSpPr/>
            <p:nvPr/>
          </p:nvSpPr>
          <p:spPr>
            <a:xfrm>
              <a:off x="0" y="4829688"/>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50" name="Google Shape;550;p23"/>
            <p:cNvSpPr/>
            <p:nvPr/>
          </p:nvSpPr>
          <p:spPr>
            <a:xfrm>
              <a:off x="7842600" y="2511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51" name="Google Shape;551;p23"/>
            <p:cNvSpPr/>
            <p:nvPr/>
          </p:nvSpPr>
          <p:spPr>
            <a:xfrm rot="5400000">
              <a:off x="983550" y="-983550"/>
              <a:ext cx="358800" cy="23259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52" name="Google Shape;552;p23"/>
            <p:cNvSpPr/>
            <p:nvPr/>
          </p:nvSpPr>
          <p:spPr>
            <a:xfrm>
              <a:off x="0" y="0"/>
              <a:ext cx="579900" cy="23259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553" name="Google Shape;553;p23"/>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554" name="Google Shape;554;p23"/>
          <p:cNvSpPr txBox="1">
            <a:spLocks noGrp="1"/>
          </p:cNvSpPr>
          <p:nvPr>
            <p:ph type="body" idx="1"/>
          </p:nvPr>
        </p:nvSpPr>
        <p:spPr>
          <a:xfrm>
            <a:off x="722375" y="1583467"/>
            <a:ext cx="7699200" cy="4555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a:lvl2pPr>
            <a:lvl3pPr marL="1371600" lvl="2" indent="-304800" rtl="0">
              <a:spcBef>
                <a:spcPts val="0"/>
              </a:spcBef>
              <a:spcAft>
                <a:spcPts val="0"/>
              </a:spcAft>
              <a:buSzPts val="1200"/>
              <a:buChar char="■"/>
              <a:defRPr/>
            </a:lvl3pPr>
            <a:lvl4pPr marL="1828800" lvl="3" indent="-304800" rtl="0">
              <a:spcBef>
                <a:spcPts val="0"/>
              </a:spcBef>
              <a:spcAft>
                <a:spcPts val="0"/>
              </a:spcAft>
              <a:buSzPts val="1200"/>
              <a:buChar char="●"/>
              <a:defRPr/>
            </a:lvl4pPr>
            <a:lvl5pPr marL="2286000" lvl="4" indent="-304800" rtl="0">
              <a:spcBef>
                <a:spcPts val="0"/>
              </a:spcBef>
              <a:spcAft>
                <a:spcPts val="0"/>
              </a:spcAft>
              <a:buSzPts val="1200"/>
              <a:buChar char="○"/>
              <a:defRPr/>
            </a:lvl5pPr>
            <a:lvl6pPr marL="2743200" lvl="5" indent="-304800" rtl="0">
              <a:spcBef>
                <a:spcPts val="0"/>
              </a:spcBef>
              <a:spcAft>
                <a:spcPts val="0"/>
              </a:spcAft>
              <a:buSzPts val="1200"/>
              <a:buChar char="■"/>
              <a:defRPr/>
            </a:lvl6pPr>
            <a:lvl7pPr marL="3200400" lvl="6" indent="-304800" rtl="0">
              <a:spcBef>
                <a:spcPts val="0"/>
              </a:spcBef>
              <a:spcAft>
                <a:spcPts val="0"/>
              </a:spcAft>
              <a:buSzPts val="1200"/>
              <a:buChar char="●"/>
              <a:defRPr/>
            </a:lvl7pPr>
            <a:lvl8pPr marL="3657600" lvl="7" indent="-304800" rtl="0">
              <a:spcBef>
                <a:spcPts val="0"/>
              </a:spcBef>
              <a:spcAft>
                <a:spcPts val="0"/>
              </a:spcAft>
              <a:buSzPts val="1200"/>
              <a:buChar char="○"/>
              <a:defRPr/>
            </a:lvl8pPr>
            <a:lvl9pPr marL="4114800" lvl="8" indent="-304800" rtl="0">
              <a:spcBef>
                <a:spcPts val="0"/>
              </a:spcBef>
              <a:spcAft>
                <a:spcPts val="0"/>
              </a:spcAft>
              <a:buSzPts val="1200"/>
              <a:buChar char="■"/>
              <a:defRPr/>
            </a:lvl9pPr>
          </a:lstStyle>
          <a:p>
            <a:pPr lvl="0"/>
            <a:r>
              <a:rPr lang="en-US"/>
              <a:t>Click to edit Master text styles</a:t>
            </a:r>
          </a:p>
        </p:txBody>
      </p:sp>
    </p:spTree>
    <p:extLst>
      <p:ext uri="{BB962C8B-B14F-4D97-AF65-F5344CB8AC3E}">
        <p14:creationId xmlns:p14="http://schemas.microsoft.com/office/powerpoint/2010/main" val="3710113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555"/>
        <p:cNvGrpSpPr/>
        <p:nvPr/>
      </p:nvGrpSpPr>
      <p:grpSpPr>
        <a:xfrm>
          <a:off x="0" y="0"/>
          <a:ext cx="0" cy="0"/>
          <a:chOff x="0" y="0"/>
          <a:chExt cx="0" cy="0"/>
        </a:xfrm>
      </p:grpSpPr>
      <p:pic>
        <p:nvPicPr>
          <p:cNvPr id="556" name="Google Shape;556;p24"/>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557" name="Google Shape;557;p24"/>
          <p:cNvGrpSpPr/>
          <p:nvPr/>
        </p:nvGrpSpPr>
        <p:grpSpPr>
          <a:xfrm>
            <a:off x="1" y="-11631"/>
            <a:ext cx="9143975" cy="6869665"/>
            <a:chOff x="0" y="-8724"/>
            <a:chExt cx="9143975" cy="5152249"/>
          </a:xfrm>
        </p:grpSpPr>
        <p:sp>
          <p:nvSpPr>
            <p:cNvPr id="558" name="Google Shape;558;p24"/>
            <p:cNvSpPr/>
            <p:nvPr/>
          </p:nvSpPr>
          <p:spPr>
            <a:xfrm>
              <a:off x="8421575" y="3272125"/>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59" name="Google Shape;559;p24"/>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560" name="Google Shape;560;p24"/>
            <p:cNvSpPr/>
            <p:nvPr/>
          </p:nvSpPr>
          <p:spPr>
            <a:xfrm rot="5400000">
              <a:off x="870900" y="-879624"/>
              <a:ext cx="433500" cy="2175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561" name="Google Shape;561;p24"/>
          <p:cNvGrpSpPr/>
          <p:nvPr/>
        </p:nvGrpSpPr>
        <p:grpSpPr>
          <a:xfrm>
            <a:off x="-394025" y="-225466"/>
            <a:ext cx="10831138" cy="4220717"/>
            <a:chOff x="-394025" y="-169100"/>
            <a:chExt cx="10831138" cy="3165538"/>
          </a:xfrm>
        </p:grpSpPr>
        <p:sp>
          <p:nvSpPr>
            <p:cNvPr id="562" name="Google Shape;562;p24"/>
            <p:cNvSpPr/>
            <p:nvPr/>
          </p:nvSpPr>
          <p:spPr>
            <a:xfrm rot="10800000">
              <a:off x="6344350" y="-169100"/>
              <a:ext cx="2936100" cy="708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563" name="Google Shape;563;p24"/>
            <p:cNvGrpSpPr/>
            <p:nvPr/>
          </p:nvGrpSpPr>
          <p:grpSpPr>
            <a:xfrm>
              <a:off x="-394025" y="172575"/>
              <a:ext cx="986125" cy="2095500"/>
              <a:chOff x="7631225" y="2241175"/>
              <a:chExt cx="986125" cy="2095500"/>
            </a:xfrm>
          </p:grpSpPr>
          <p:cxnSp>
            <p:nvCxnSpPr>
              <p:cNvPr id="564" name="Google Shape;564;p2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5" name="Google Shape;565;p2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6" name="Google Shape;566;p2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7" name="Google Shape;567;p2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8" name="Google Shape;568;p2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9" name="Google Shape;569;p2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0" name="Google Shape;570;p2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1" name="Google Shape;571;p2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2" name="Google Shape;572;p2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3" name="Google Shape;573;p2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4" name="Google Shape;574;p2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5" name="Google Shape;575;p2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6" name="Google Shape;576;p2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7" name="Google Shape;577;p2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578" name="Google Shape;578;p24"/>
            <p:cNvGrpSpPr/>
            <p:nvPr/>
          </p:nvGrpSpPr>
          <p:grpSpPr>
            <a:xfrm>
              <a:off x="8551838" y="1112188"/>
              <a:ext cx="1885275" cy="1884250"/>
              <a:chOff x="2609275" y="3149350"/>
              <a:chExt cx="1885275" cy="1884250"/>
            </a:xfrm>
          </p:grpSpPr>
          <p:sp>
            <p:nvSpPr>
              <p:cNvPr id="579" name="Google Shape;579;p24"/>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0" name="Google Shape;580;p24"/>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1" name="Google Shape;581;p24"/>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2" name="Google Shape;582;p24"/>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3" name="Google Shape;583;p24"/>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4" name="Google Shape;584;p24"/>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5" name="Google Shape;585;p24"/>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24"/>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24"/>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24"/>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24"/>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24"/>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24"/>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24"/>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24"/>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24"/>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24"/>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24"/>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24"/>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598" name="Google Shape;598;p24"/>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599" name="Google Shape;599;p24"/>
          <p:cNvSpPr txBox="1">
            <a:spLocks noGrp="1"/>
          </p:cNvSpPr>
          <p:nvPr>
            <p:ph type="subTitle" idx="1"/>
          </p:nvPr>
        </p:nvSpPr>
        <p:spPr>
          <a:xfrm>
            <a:off x="991525" y="3823933"/>
            <a:ext cx="3189000" cy="1656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00" name="Google Shape;600;p24"/>
          <p:cNvSpPr txBox="1">
            <a:spLocks noGrp="1"/>
          </p:cNvSpPr>
          <p:nvPr>
            <p:ph type="subTitle" idx="2"/>
          </p:nvPr>
        </p:nvSpPr>
        <p:spPr>
          <a:xfrm>
            <a:off x="4963503" y="3823933"/>
            <a:ext cx="3189000" cy="1656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01" name="Google Shape;601;p24"/>
          <p:cNvSpPr txBox="1">
            <a:spLocks noGrp="1"/>
          </p:cNvSpPr>
          <p:nvPr>
            <p:ph type="subTitle" idx="3"/>
          </p:nvPr>
        </p:nvSpPr>
        <p:spPr>
          <a:xfrm>
            <a:off x="991525" y="3423300"/>
            <a:ext cx="31890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602" name="Google Shape;602;p24"/>
          <p:cNvSpPr txBox="1">
            <a:spLocks noGrp="1"/>
          </p:cNvSpPr>
          <p:nvPr>
            <p:ph type="subTitle" idx="4"/>
          </p:nvPr>
        </p:nvSpPr>
        <p:spPr>
          <a:xfrm>
            <a:off x="4963514" y="3423300"/>
            <a:ext cx="31890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Tree>
    <p:extLst>
      <p:ext uri="{BB962C8B-B14F-4D97-AF65-F5344CB8AC3E}">
        <p14:creationId xmlns:p14="http://schemas.microsoft.com/office/powerpoint/2010/main" val="40239987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603"/>
        <p:cNvGrpSpPr/>
        <p:nvPr/>
      </p:nvGrpSpPr>
      <p:grpSpPr>
        <a:xfrm>
          <a:off x="0" y="0"/>
          <a:ext cx="0" cy="0"/>
          <a:chOff x="0" y="0"/>
          <a:chExt cx="0" cy="0"/>
        </a:xfrm>
      </p:grpSpPr>
      <p:pic>
        <p:nvPicPr>
          <p:cNvPr id="604" name="Google Shape;604;p25"/>
          <p:cNvPicPr preferRelativeResize="0"/>
          <p:nvPr/>
        </p:nvPicPr>
        <p:blipFill>
          <a:blip r:embed="rId2">
            <a:alphaModFix/>
          </a:blip>
          <a:stretch>
            <a:fillRect/>
          </a:stretch>
        </p:blipFill>
        <p:spPr>
          <a:xfrm flipH="1">
            <a:off x="7925" y="1"/>
            <a:ext cx="9128151" cy="6857999"/>
          </a:xfrm>
          <a:prstGeom prst="rect">
            <a:avLst/>
          </a:prstGeom>
          <a:noFill/>
          <a:ln>
            <a:noFill/>
          </a:ln>
        </p:spPr>
      </p:pic>
      <p:grpSp>
        <p:nvGrpSpPr>
          <p:cNvPr id="605" name="Google Shape;605;p25"/>
          <p:cNvGrpSpPr/>
          <p:nvPr/>
        </p:nvGrpSpPr>
        <p:grpSpPr>
          <a:xfrm>
            <a:off x="-49824" y="-499400"/>
            <a:ext cx="9556425" cy="9907751"/>
            <a:chOff x="-49825" y="-374550"/>
            <a:chExt cx="9556425" cy="7430813"/>
          </a:xfrm>
        </p:grpSpPr>
        <p:sp>
          <p:nvSpPr>
            <p:cNvPr id="606" name="Google Shape;606;p25"/>
            <p:cNvSpPr/>
            <p:nvPr/>
          </p:nvSpPr>
          <p:spPr>
            <a:xfrm rot="10800000" flipH="1">
              <a:off x="-49825" y="-1951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607" name="Google Shape;607;p25"/>
            <p:cNvGrpSpPr/>
            <p:nvPr/>
          </p:nvGrpSpPr>
          <p:grpSpPr>
            <a:xfrm>
              <a:off x="8520475" y="-374550"/>
              <a:ext cx="986125" cy="2095500"/>
              <a:chOff x="7631225" y="2241175"/>
              <a:chExt cx="986125" cy="2095500"/>
            </a:xfrm>
          </p:grpSpPr>
          <p:cxnSp>
            <p:nvCxnSpPr>
              <p:cNvPr id="608" name="Google Shape;608;p2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09" name="Google Shape;609;p2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0" name="Google Shape;610;p2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1" name="Google Shape;611;p2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2" name="Google Shape;612;p2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3" name="Google Shape;613;p2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4" name="Google Shape;614;p2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5" name="Google Shape;615;p2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6" name="Google Shape;616;p2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7" name="Google Shape;617;p2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8" name="Google Shape;618;p2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9" name="Google Shape;619;p2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20" name="Google Shape;620;p2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21" name="Google Shape;621;p2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622" name="Google Shape;622;p25"/>
            <p:cNvSpPr/>
            <p:nvPr/>
          </p:nvSpPr>
          <p:spPr>
            <a:xfrm rot="5400000">
              <a:off x="2920037" y="47304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3" name="Google Shape;623;p25"/>
          <p:cNvGrpSpPr/>
          <p:nvPr/>
        </p:nvGrpSpPr>
        <p:grpSpPr>
          <a:xfrm>
            <a:off x="-323125" y="4362800"/>
            <a:ext cx="9467125" cy="2495200"/>
            <a:chOff x="-323125" y="3272100"/>
            <a:chExt cx="9467125" cy="1871400"/>
          </a:xfrm>
        </p:grpSpPr>
        <p:sp>
          <p:nvSpPr>
            <p:cNvPr id="624" name="Google Shape;624;p25"/>
            <p:cNvSpPr/>
            <p:nvPr/>
          </p:nvSpPr>
          <p:spPr>
            <a:xfrm>
              <a:off x="0" y="3272100"/>
              <a:ext cx="4575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25" name="Google Shape;625;p25"/>
            <p:cNvSpPr/>
            <p:nvPr/>
          </p:nvSpPr>
          <p:spPr>
            <a:xfrm flipH="1">
              <a:off x="8600100" y="3551700"/>
              <a:ext cx="543900" cy="159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26" name="Google Shape;626;p25"/>
            <p:cNvSpPr/>
            <p:nvPr/>
          </p:nvSpPr>
          <p:spPr>
            <a:xfrm>
              <a:off x="-323125" y="4730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27" name="Google Shape;627;p25"/>
            <p:cNvSpPr/>
            <p:nvPr/>
          </p:nvSpPr>
          <p:spPr>
            <a:xfrm flipH="1">
              <a:off x="6880500" y="482970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628" name="Google Shape;628;p25"/>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629" name="Google Shape;629;p25"/>
          <p:cNvSpPr txBox="1">
            <a:spLocks noGrp="1"/>
          </p:cNvSpPr>
          <p:nvPr>
            <p:ph type="subTitle" idx="1"/>
          </p:nvPr>
        </p:nvSpPr>
        <p:spPr>
          <a:xfrm>
            <a:off x="798552" y="3823933"/>
            <a:ext cx="2389800" cy="1656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30" name="Google Shape;630;p25"/>
          <p:cNvSpPr txBox="1">
            <a:spLocks noGrp="1"/>
          </p:cNvSpPr>
          <p:nvPr>
            <p:ph type="subTitle" idx="2"/>
          </p:nvPr>
        </p:nvSpPr>
        <p:spPr>
          <a:xfrm>
            <a:off x="3377088" y="3823933"/>
            <a:ext cx="2389800" cy="1656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31" name="Google Shape;631;p25"/>
          <p:cNvSpPr txBox="1">
            <a:spLocks noGrp="1"/>
          </p:cNvSpPr>
          <p:nvPr>
            <p:ph type="subTitle" idx="3"/>
          </p:nvPr>
        </p:nvSpPr>
        <p:spPr>
          <a:xfrm>
            <a:off x="798552" y="3423300"/>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632" name="Google Shape;632;p25"/>
          <p:cNvSpPr txBox="1">
            <a:spLocks noGrp="1"/>
          </p:cNvSpPr>
          <p:nvPr>
            <p:ph type="subTitle" idx="4"/>
          </p:nvPr>
        </p:nvSpPr>
        <p:spPr>
          <a:xfrm>
            <a:off x="3377096" y="3423300"/>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633" name="Google Shape;633;p25"/>
          <p:cNvSpPr txBox="1">
            <a:spLocks noGrp="1"/>
          </p:cNvSpPr>
          <p:nvPr>
            <p:ph type="subTitle" idx="5"/>
          </p:nvPr>
        </p:nvSpPr>
        <p:spPr>
          <a:xfrm>
            <a:off x="5955640" y="3823933"/>
            <a:ext cx="2389800" cy="1656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34" name="Google Shape;634;p25"/>
          <p:cNvSpPr txBox="1">
            <a:spLocks noGrp="1"/>
          </p:cNvSpPr>
          <p:nvPr>
            <p:ph type="subTitle" idx="6"/>
          </p:nvPr>
        </p:nvSpPr>
        <p:spPr>
          <a:xfrm>
            <a:off x="5955648" y="3423300"/>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Tree>
    <p:extLst>
      <p:ext uri="{BB962C8B-B14F-4D97-AF65-F5344CB8AC3E}">
        <p14:creationId xmlns:p14="http://schemas.microsoft.com/office/powerpoint/2010/main" val="39535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635"/>
        <p:cNvGrpSpPr/>
        <p:nvPr/>
      </p:nvGrpSpPr>
      <p:grpSpPr>
        <a:xfrm>
          <a:off x="0" y="0"/>
          <a:ext cx="0" cy="0"/>
          <a:chOff x="0" y="0"/>
          <a:chExt cx="0" cy="0"/>
        </a:xfrm>
      </p:grpSpPr>
      <p:pic>
        <p:nvPicPr>
          <p:cNvPr id="636" name="Google Shape;636;p26"/>
          <p:cNvPicPr preferRelativeResize="0"/>
          <p:nvPr/>
        </p:nvPicPr>
        <p:blipFill>
          <a:blip r:embed="rId2">
            <a:alphaModFix/>
          </a:blip>
          <a:stretch>
            <a:fillRect/>
          </a:stretch>
        </p:blipFill>
        <p:spPr>
          <a:xfrm flipH="1">
            <a:off x="7925" y="1"/>
            <a:ext cx="9128151" cy="6857999"/>
          </a:xfrm>
          <a:prstGeom prst="rect">
            <a:avLst/>
          </a:prstGeom>
          <a:noFill/>
          <a:ln>
            <a:noFill/>
          </a:ln>
        </p:spPr>
      </p:pic>
      <p:pic>
        <p:nvPicPr>
          <p:cNvPr id="637" name="Google Shape;637;p26"/>
          <p:cNvPicPr preferRelativeResize="0"/>
          <p:nvPr/>
        </p:nvPicPr>
        <p:blipFill>
          <a:blip r:embed="rId2">
            <a:alphaModFix/>
          </a:blip>
          <a:stretch>
            <a:fillRect/>
          </a:stretch>
        </p:blipFill>
        <p:spPr>
          <a:xfrm>
            <a:off x="7925" y="1"/>
            <a:ext cx="9128151" cy="6857999"/>
          </a:xfrm>
          <a:prstGeom prst="rect">
            <a:avLst/>
          </a:prstGeom>
          <a:noFill/>
          <a:ln>
            <a:noFill/>
          </a:ln>
        </p:spPr>
      </p:pic>
      <p:grpSp>
        <p:nvGrpSpPr>
          <p:cNvPr id="638" name="Google Shape;638;p26"/>
          <p:cNvGrpSpPr/>
          <p:nvPr/>
        </p:nvGrpSpPr>
        <p:grpSpPr>
          <a:xfrm>
            <a:off x="-5879" y="196068"/>
            <a:ext cx="9418079" cy="6670833"/>
            <a:chOff x="-5879" y="147050"/>
            <a:chExt cx="9418079" cy="5003125"/>
          </a:xfrm>
        </p:grpSpPr>
        <p:sp>
          <p:nvSpPr>
            <p:cNvPr id="639" name="Google Shape;639;p26"/>
            <p:cNvSpPr/>
            <p:nvPr/>
          </p:nvSpPr>
          <p:spPr>
            <a:xfrm>
              <a:off x="-5879" y="3278775"/>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40" name="Google Shape;640;p26"/>
            <p:cNvSpPr/>
            <p:nvPr/>
          </p:nvSpPr>
          <p:spPr>
            <a:xfrm rot="-5400000">
              <a:off x="7966213" y="3965700"/>
              <a:ext cx="493800" cy="186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41" name="Google Shape;641;p26"/>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42" name="Google Shape;642;p26"/>
            <p:cNvSpPr/>
            <p:nvPr/>
          </p:nvSpPr>
          <p:spPr>
            <a:xfrm>
              <a:off x="7529700" y="1470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643" name="Google Shape;643;p26"/>
          <p:cNvGrpSpPr/>
          <p:nvPr/>
        </p:nvGrpSpPr>
        <p:grpSpPr>
          <a:xfrm>
            <a:off x="-161275" y="-1863682"/>
            <a:ext cx="9767800" cy="6689684"/>
            <a:chOff x="-161275" y="-1397762"/>
            <a:chExt cx="9767800" cy="5017263"/>
          </a:xfrm>
        </p:grpSpPr>
        <p:sp>
          <p:nvSpPr>
            <p:cNvPr id="644" name="Google Shape;644;p26"/>
            <p:cNvSpPr/>
            <p:nvPr/>
          </p:nvSpPr>
          <p:spPr>
            <a:xfrm rot="10800000" flipH="1">
              <a:off x="-161275" y="-3649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645" name="Google Shape;645;p26"/>
            <p:cNvGrpSpPr/>
            <p:nvPr/>
          </p:nvGrpSpPr>
          <p:grpSpPr>
            <a:xfrm>
              <a:off x="8620400" y="1524000"/>
              <a:ext cx="986125" cy="2095500"/>
              <a:chOff x="7631225" y="2241175"/>
              <a:chExt cx="986125" cy="2095500"/>
            </a:xfrm>
          </p:grpSpPr>
          <p:cxnSp>
            <p:nvCxnSpPr>
              <p:cNvPr id="646" name="Google Shape;646;p26"/>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47" name="Google Shape;647;p26"/>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48" name="Google Shape;648;p26"/>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49" name="Google Shape;649;p26"/>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0" name="Google Shape;650;p26"/>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1" name="Google Shape;651;p26"/>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2" name="Google Shape;652;p26"/>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3" name="Google Shape;653;p26"/>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4" name="Google Shape;654;p26"/>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5" name="Google Shape;655;p26"/>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6" name="Google Shape;656;p26"/>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7" name="Google Shape;657;p26"/>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8" name="Google Shape;658;p26"/>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59" name="Google Shape;659;p26"/>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660" name="Google Shape;660;p26"/>
            <p:cNvGrpSpPr/>
            <p:nvPr/>
          </p:nvGrpSpPr>
          <p:grpSpPr>
            <a:xfrm>
              <a:off x="4796563" y="-1397762"/>
              <a:ext cx="1885275" cy="1884250"/>
              <a:chOff x="2609275" y="3149350"/>
              <a:chExt cx="1885275" cy="1884250"/>
            </a:xfrm>
          </p:grpSpPr>
          <p:sp>
            <p:nvSpPr>
              <p:cNvPr id="661" name="Google Shape;661;p2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2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3" name="Google Shape;663;p2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4" name="Google Shape;664;p2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5" name="Google Shape;665;p2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6" name="Google Shape;666;p2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2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2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2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2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1" name="Google Shape;671;p2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2" name="Google Shape;672;p2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2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4" name="Google Shape;674;p2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5" name="Google Shape;675;p2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2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7" name="Google Shape;677;p2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2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2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680" name="Google Shape;680;p26"/>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681" name="Google Shape;681;p26"/>
          <p:cNvSpPr txBox="1">
            <a:spLocks noGrp="1"/>
          </p:cNvSpPr>
          <p:nvPr>
            <p:ph type="subTitle" idx="1"/>
          </p:nvPr>
        </p:nvSpPr>
        <p:spPr>
          <a:xfrm>
            <a:off x="2886300" y="2342933"/>
            <a:ext cx="3371400" cy="537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82" name="Google Shape;682;p26"/>
          <p:cNvSpPr txBox="1">
            <a:spLocks noGrp="1"/>
          </p:cNvSpPr>
          <p:nvPr>
            <p:ph type="subTitle" idx="2"/>
          </p:nvPr>
        </p:nvSpPr>
        <p:spPr>
          <a:xfrm>
            <a:off x="2886300" y="1942300"/>
            <a:ext cx="33714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683" name="Google Shape;683;p26"/>
          <p:cNvSpPr txBox="1">
            <a:spLocks noGrp="1"/>
          </p:cNvSpPr>
          <p:nvPr>
            <p:ph type="subTitle" idx="3"/>
          </p:nvPr>
        </p:nvSpPr>
        <p:spPr>
          <a:xfrm>
            <a:off x="2886300" y="3752000"/>
            <a:ext cx="3371400" cy="537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84" name="Google Shape;684;p26"/>
          <p:cNvSpPr txBox="1">
            <a:spLocks noGrp="1"/>
          </p:cNvSpPr>
          <p:nvPr>
            <p:ph type="subTitle" idx="4"/>
          </p:nvPr>
        </p:nvSpPr>
        <p:spPr>
          <a:xfrm>
            <a:off x="2886300" y="3351367"/>
            <a:ext cx="3371400" cy="53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685" name="Google Shape;685;p26"/>
          <p:cNvSpPr txBox="1">
            <a:spLocks noGrp="1"/>
          </p:cNvSpPr>
          <p:nvPr>
            <p:ph type="subTitle" idx="5"/>
          </p:nvPr>
        </p:nvSpPr>
        <p:spPr>
          <a:xfrm>
            <a:off x="2886300" y="5161067"/>
            <a:ext cx="3371400" cy="537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686" name="Google Shape;686;p26"/>
          <p:cNvSpPr txBox="1">
            <a:spLocks noGrp="1"/>
          </p:cNvSpPr>
          <p:nvPr>
            <p:ph type="subTitle" idx="6"/>
          </p:nvPr>
        </p:nvSpPr>
        <p:spPr>
          <a:xfrm>
            <a:off x="2886300" y="4760433"/>
            <a:ext cx="33714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Tree>
    <p:extLst>
      <p:ext uri="{BB962C8B-B14F-4D97-AF65-F5344CB8AC3E}">
        <p14:creationId xmlns:p14="http://schemas.microsoft.com/office/powerpoint/2010/main" val="39040689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687"/>
        <p:cNvGrpSpPr/>
        <p:nvPr/>
      </p:nvGrpSpPr>
      <p:grpSpPr>
        <a:xfrm>
          <a:off x="0" y="0"/>
          <a:ext cx="0" cy="0"/>
          <a:chOff x="0" y="0"/>
          <a:chExt cx="0" cy="0"/>
        </a:xfrm>
      </p:grpSpPr>
      <p:pic>
        <p:nvPicPr>
          <p:cNvPr id="688" name="Google Shape;688;p27"/>
          <p:cNvPicPr preferRelativeResize="0"/>
          <p:nvPr/>
        </p:nvPicPr>
        <p:blipFill>
          <a:blip r:embed="rId2">
            <a:alphaModFix/>
          </a:blip>
          <a:stretch>
            <a:fillRect/>
          </a:stretch>
        </p:blipFill>
        <p:spPr>
          <a:xfrm rot="10800000">
            <a:off x="7925" y="1"/>
            <a:ext cx="9128151" cy="6857999"/>
          </a:xfrm>
          <a:prstGeom prst="rect">
            <a:avLst/>
          </a:prstGeom>
          <a:noFill/>
          <a:ln>
            <a:noFill/>
          </a:ln>
        </p:spPr>
      </p:pic>
      <p:grpSp>
        <p:nvGrpSpPr>
          <p:cNvPr id="689" name="Google Shape;689;p27"/>
          <p:cNvGrpSpPr/>
          <p:nvPr/>
        </p:nvGrpSpPr>
        <p:grpSpPr>
          <a:xfrm>
            <a:off x="-373450" y="0"/>
            <a:ext cx="9517450" cy="6883767"/>
            <a:chOff x="-373450" y="0"/>
            <a:chExt cx="9517450" cy="5162825"/>
          </a:xfrm>
        </p:grpSpPr>
        <p:sp>
          <p:nvSpPr>
            <p:cNvPr id="690" name="Google Shape;690;p27"/>
            <p:cNvSpPr/>
            <p:nvPr/>
          </p:nvSpPr>
          <p:spPr>
            <a:xfrm flipH="1">
              <a:off x="842160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91" name="Google Shape;691;p27"/>
            <p:cNvSpPr/>
            <p:nvPr/>
          </p:nvSpPr>
          <p:spPr>
            <a:xfrm rot="5400000" flipH="1">
              <a:off x="893400" y="3800225"/>
              <a:ext cx="441600" cy="2283600"/>
            </a:xfrm>
            <a:prstGeom prst="round1Rect">
              <a:avLst>
                <a:gd name="adj" fmla="val 4934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92" name="Google Shape;692;p27"/>
            <p:cNvSpPr/>
            <p:nvPr/>
          </p:nvSpPr>
          <p:spPr>
            <a:xfrm rot="10800000">
              <a:off x="688050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693" name="Google Shape;693;p27"/>
            <p:cNvSpPr/>
            <p:nvPr/>
          </p:nvSpPr>
          <p:spPr>
            <a:xfrm>
              <a:off x="-373450" y="1008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694" name="Google Shape;694;p27"/>
          <p:cNvGrpSpPr/>
          <p:nvPr/>
        </p:nvGrpSpPr>
        <p:grpSpPr>
          <a:xfrm>
            <a:off x="8575564" y="5333184"/>
            <a:ext cx="1885275" cy="2512333"/>
            <a:chOff x="2609275" y="3149350"/>
            <a:chExt cx="1885275" cy="1884250"/>
          </a:xfrm>
        </p:grpSpPr>
        <p:sp>
          <p:nvSpPr>
            <p:cNvPr id="695" name="Google Shape;695;p2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2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2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2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2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2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1" name="Google Shape;701;p2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2" name="Google Shape;702;p2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3" name="Google Shape;703;p2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2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2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2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2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2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2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2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2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2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2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14" name="Google Shape;714;p27"/>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715" name="Google Shape;715;p27"/>
          <p:cNvSpPr txBox="1">
            <a:spLocks noGrp="1"/>
          </p:cNvSpPr>
          <p:nvPr>
            <p:ph type="subTitle" idx="1"/>
          </p:nvPr>
        </p:nvSpPr>
        <p:spPr>
          <a:xfrm>
            <a:off x="1677575" y="2349600"/>
            <a:ext cx="2703300" cy="1178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16" name="Google Shape;716;p27"/>
          <p:cNvSpPr txBox="1">
            <a:spLocks noGrp="1"/>
          </p:cNvSpPr>
          <p:nvPr>
            <p:ph type="subTitle" idx="2"/>
          </p:nvPr>
        </p:nvSpPr>
        <p:spPr>
          <a:xfrm>
            <a:off x="5718250" y="2349600"/>
            <a:ext cx="2703300" cy="1178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17" name="Google Shape;717;p27"/>
          <p:cNvSpPr txBox="1">
            <a:spLocks noGrp="1"/>
          </p:cNvSpPr>
          <p:nvPr>
            <p:ph type="subTitle" idx="3"/>
          </p:nvPr>
        </p:nvSpPr>
        <p:spPr>
          <a:xfrm>
            <a:off x="1677575" y="1948967"/>
            <a:ext cx="27033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18" name="Google Shape;718;p27"/>
          <p:cNvSpPr txBox="1">
            <a:spLocks noGrp="1"/>
          </p:cNvSpPr>
          <p:nvPr>
            <p:ph type="subTitle" idx="4"/>
          </p:nvPr>
        </p:nvSpPr>
        <p:spPr>
          <a:xfrm>
            <a:off x="5718266" y="1948967"/>
            <a:ext cx="27033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19" name="Google Shape;719;p27"/>
          <p:cNvSpPr txBox="1">
            <a:spLocks noGrp="1"/>
          </p:cNvSpPr>
          <p:nvPr>
            <p:ph type="subTitle" idx="5"/>
          </p:nvPr>
        </p:nvSpPr>
        <p:spPr>
          <a:xfrm>
            <a:off x="1677575" y="4604133"/>
            <a:ext cx="2703300" cy="1178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20" name="Google Shape;720;p27"/>
          <p:cNvSpPr txBox="1">
            <a:spLocks noGrp="1"/>
          </p:cNvSpPr>
          <p:nvPr>
            <p:ph type="subTitle" idx="6"/>
          </p:nvPr>
        </p:nvSpPr>
        <p:spPr>
          <a:xfrm>
            <a:off x="5718250" y="4604133"/>
            <a:ext cx="2703300" cy="1178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21" name="Google Shape;721;p27"/>
          <p:cNvSpPr txBox="1">
            <a:spLocks noGrp="1"/>
          </p:cNvSpPr>
          <p:nvPr>
            <p:ph type="subTitle" idx="7"/>
          </p:nvPr>
        </p:nvSpPr>
        <p:spPr>
          <a:xfrm>
            <a:off x="1677575" y="4203500"/>
            <a:ext cx="27033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22" name="Google Shape;722;p27"/>
          <p:cNvSpPr txBox="1">
            <a:spLocks noGrp="1"/>
          </p:cNvSpPr>
          <p:nvPr>
            <p:ph type="subTitle" idx="8"/>
          </p:nvPr>
        </p:nvSpPr>
        <p:spPr>
          <a:xfrm>
            <a:off x="5718266" y="4203500"/>
            <a:ext cx="27033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Tree>
    <p:extLst>
      <p:ext uri="{BB962C8B-B14F-4D97-AF65-F5344CB8AC3E}">
        <p14:creationId xmlns:p14="http://schemas.microsoft.com/office/powerpoint/2010/main" val="2332836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723"/>
        <p:cNvGrpSpPr/>
        <p:nvPr/>
      </p:nvGrpSpPr>
      <p:grpSpPr>
        <a:xfrm>
          <a:off x="0" y="0"/>
          <a:ext cx="0" cy="0"/>
          <a:chOff x="0" y="0"/>
          <a:chExt cx="0" cy="0"/>
        </a:xfrm>
      </p:grpSpPr>
      <p:pic>
        <p:nvPicPr>
          <p:cNvPr id="724" name="Google Shape;724;p28"/>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725" name="Google Shape;725;p28"/>
          <p:cNvGrpSpPr/>
          <p:nvPr/>
        </p:nvGrpSpPr>
        <p:grpSpPr>
          <a:xfrm>
            <a:off x="-592600" y="-2682700"/>
            <a:ext cx="9874358" cy="10140567"/>
            <a:chOff x="-592600" y="-2012025"/>
            <a:chExt cx="9874358" cy="7605425"/>
          </a:xfrm>
        </p:grpSpPr>
        <p:sp>
          <p:nvSpPr>
            <p:cNvPr id="726" name="Google Shape;726;p28"/>
            <p:cNvSpPr/>
            <p:nvPr/>
          </p:nvSpPr>
          <p:spPr>
            <a:xfrm rot="10799348">
              <a:off x="6119758" y="-182323"/>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727" name="Google Shape;727;p28"/>
            <p:cNvGrpSpPr/>
            <p:nvPr/>
          </p:nvGrpSpPr>
          <p:grpSpPr>
            <a:xfrm>
              <a:off x="-592600" y="3497900"/>
              <a:ext cx="986125" cy="2095500"/>
              <a:chOff x="7631225" y="2241175"/>
              <a:chExt cx="986125" cy="2095500"/>
            </a:xfrm>
          </p:grpSpPr>
          <p:cxnSp>
            <p:nvCxnSpPr>
              <p:cNvPr id="728" name="Google Shape;728;p28"/>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29" name="Google Shape;729;p28"/>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0" name="Google Shape;730;p28"/>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1" name="Google Shape;731;p28"/>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2" name="Google Shape;732;p28"/>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3" name="Google Shape;733;p28"/>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4" name="Google Shape;734;p28"/>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5" name="Google Shape;735;p28"/>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6" name="Google Shape;736;p28"/>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7" name="Google Shape;737;p28"/>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8" name="Google Shape;738;p28"/>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9" name="Google Shape;739;p28"/>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40" name="Google Shape;740;p28"/>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41" name="Google Shape;741;p28"/>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742" name="Google Shape;742;p28"/>
            <p:cNvSpPr/>
            <p:nvPr/>
          </p:nvSpPr>
          <p:spPr>
            <a:xfrm rot="-5400000">
              <a:off x="3028700" y="-20120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43" name="Google Shape;743;p28"/>
          <p:cNvGrpSpPr/>
          <p:nvPr/>
        </p:nvGrpSpPr>
        <p:grpSpPr>
          <a:xfrm>
            <a:off x="-5879" y="0"/>
            <a:ext cx="9557954" cy="6624600"/>
            <a:chOff x="-5879" y="0"/>
            <a:chExt cx="9557954" cy="4968450"/>
          </a:xfrm>
        </p:grpSpPr>
        <p:sp>
          <p:nvSpPr>
            <p:cNvPr id="744" name="Google Shape;744;p28"/>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745" name="Google Shape;745;p28"/>
            <p:cNvSpPr/>
            <p:nvPr/>
          </p:nvSpPr>
          <p:spPr>
            <a:xfrm rot="10800000" flipH="1">
              <a:off x="-5879" y="0"/>
              <a:ext cx="544200" cy="159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746" name="Google Shape;746;p28"/>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sp>
        <p:nvSpPr>
          <p:cNvPr id="747" name="Google Shape;747;p28"/>
          <p:cNvSpPr txBox="1">
            <a:spLocks noGrp="1"/>
          </p:cNvSpPr>
          <p:nvPr>
            <p:ph type="title"/>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
        <p:nvSpPr>
          <p:cNvPr id="748" name="Google Shape;748;p28"/>
          <p:cNvSpPr txBox="1">
            <a:spLocks noGrp="1"/>
          </p:cNvSpPr>
          <p:nvPr>
            <p:ph type="subTitle" idx="1"/>
          </p:nvPr>
        </p:nvSpPr>
        <p:spPr>
          <a:xfrm>
            <a:off x="722375" y="2281483"/>
            <a:ext cx="2389800" cy="11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49" name="Google Shape;749;p28"/>
          <p:cNvSpPr txBox="1">
            <a:spLocks noGrp="1"/>
          </p:cNvSpPr>
          <p:nvPr>
            <p:ph type="subTitle" idx="2"/>
          </p:nvPr>
        </p:nvSpPr>
        <p:spPr>
          <a:xfrm>
            <a:off x="3377116" y="2281483"/>
            <a:ext cx="2389800" cy="11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50" name="Google Shape;750;p28"/>
          <p:cNvSpPr txBox="1">
            <a:spLocks noGrp="1"/>
          </p:cNvSpPr>
          <p:nvPr>
            <p:ph type="subTitle" idx="3"/>
          </p:nvPr>
        </p:nvSpPr>
        <p:spPr>
          <a:xfrm>
            <a:off x="722375" y="1880851"/>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51" name="Google Shape;751;p28"/>
          <p:cNvSpPr txBox="1">
            <a:spLocks noGrp="1"/>
          </p:cNvSpPr>
          <p:nvPr>
            <p:ph type="subTitle" idx="4"/>
          </p:nvPr>
        </p:nvSpPr>
        <p:spPr>
          <a:xfrm>
            <a:off x="3377119" y="1880851"/>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52" name="Google Shape;752;p28"/>
          <p:cNvSpPr txBox="1">
            <a:spLocks noGrp="1"/>
          </p:cNvSpPr>
          <p:nvPr>
            <p:ph type="subTitle" idx="5"/>
          </p:nvPr>
        </p:nvSpPr>
        <p:spPr>
          <a:xfrm>
            <a:off x="6031874" y="2281483"/>
            <a:ext cx="2389800" cy="11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53" name="Google Shape;753;p28"/>
          <p:cNvSpPr txBox="1">
            <a:spLocks noGrp="1"/>
          </p:cNvSpPr>
          <p:nvPr>
            <p:ph type="subTitle" idx="6"/>
          </p:nvPr>
        </p:nvSpPr>
        <p:spPr>
          <a:xfrm>
            <a:off x="6031871" y="1880851"/>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54" name="Google Shape;754;p28"/>
          <p:cNvSpPr txBox="1">
            <a:spLocks noGrp="1"/>
          </p:cNvSpPr>
          <p:nvPr>
            <p:ph type="subTitle" idx="7"/>
          </p:nvPr>
        </p:nvSpPr>
        <p:spPr>
          <a:xfrm>
            <a:off x="722375" y="4527300"/>
            <a:ext cx="2389800" cy="11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55" name="Google Shape;755;p28"/>
          <p:cNvSpPr txBox="1">
            <a:spLocks noGrp="1"/>
          </p:cNvSpPr>
          <p:nvPr>
            <p:ph type="subTitle" idx="8"/>
          </p:nvPr>
        </p:nvSpPr>
        <p:spPr>
          <a:xfrm>
            <a:off x="3377116" y="4527300"/>
            <a:ext cx="2389800" cy="11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56" name="Google Shape;756;p28"/>
          <p:cNvSpPr txBox="1">
            <a:spLocks noGrp="1"/>
          </p:cNvSpPr>
          <p:nvPr>
            <p:ph type="subTitle" idx="9"/>
          </p:nvPr>
        </p:nvSpPr>
        <p:spPr>
          <a:xfrm>
            <a:off x="722375" y="4126667"/>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57" name="Google Shape;757;p28"/>
          <p:cNvSpPr txBox="1">
            <a:spLocks noGrp="1"/>
          </p:cNvSpPr>
          <p:nvPr>
            <p:ph type="subTitle" idx="13"/>
          </p:nvPr>
        </p:nvSpPr>
        <p:spPr>
          <a:xfrm>
            <a:off x="3377119" y="4126667"/>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
        <p:nvSpPr>
          <p:cNvPr id="758" name="Google Shape;758;p28"/>
          <p:cNvSpPr txBox="1">
            <a:spLocks noGrp="1"/>
          </p:cNvSpPr>
          <p:nvPr>
            <p:ph type="subTitle" idx="14"/>
          </p:nvPr>
        </p:nvSpPr>
        <p:spPr>
          <a:xfrm>
            <a:off x="6031874" y="4527300"/>
            <a:ext cx="2389800" cy="11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59" name="Google Shape;759;p28"/>
          <p:cNvSpPr txBox="1">
            <a:spLocks noGrp="1"/>
          </p:cNvSpPr>
          <p:nvPr>
            <p:ph type="subTitle" idx="15"/>
          </p:nvPr>
        </p:nvSpPr>
        <p:spPr>
          <a:xfrm>
            <a:off x="6031871" y="4126667"/>
            <a:ext cx="2389800" cy="5372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r>
              <a:rPr lang="en-US"/>
              <a:t>Click to edit Master subtitle style</a:t>
            </a:r>
            <a:endParaRPr/>
          </a:p>
        </p:txBody>
      </p:sp>
    </p:spTree>
    <p:extLst>
      <p:ext uri="{BB962C8B-B14F-4D97-AF65-F5344CB8AC3E}">
        <p14:creationId xmlns:p14="http://schemas.microsoft.com/office/powerpoint/2010/main" val="26383260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760"/>
        <p:cNvGrpSpPr/>
        <p:nvPr/>
      </p:nvGrpSpPr>
      <p:grpSpPr>
        <a:xfrm>
          <a:off x="0" y="0"/>
          <a:ext cx="0" cy="0"/>
          <a:chOff x="0" y="0"/>
          <a:chExt cx="0" cy="0"/>
        </a:xfrm>
      </p:grpSpPr>
      <p:pic>
        <p:nvPicPr>
          <p:cNvPr id="761" name="Google Shape;761;p29"/>
          <p:cNvPicPr preferRelativeResize="0"/>
          <p:nvPr/>
        </p:nvPicPr>
        <p:blipFill>
          <a:blip r:embed="rId2">
            <a:alphaModFix/>
          </a:blip>
          <a:stretch>
            <a:fillRect/>
          </a:stretch>
        </p:blipFill>
        <p:spPr>
          <a:xfrm flipH="1">
            <a:off x="7925" y="1"/>
            <a:ext cx="9128151" cy="6857999"/>
          </a:xfrm>
          <a:prstGeom prst="rect">
            <a:avLst/>
          </a:prstGeom>
          <a:noFill/>
          <a:ln>
            <a:noFill/>
          </a:ln>
        </p:spPr>
      </p:pic>
      <p:grpSp>
        <p:nvGrpSpPr>
          <p:cNvPr id="762" name="Google Shape;762;p29"/>
          <p:cNvGrpSpPr/>
          <p:nvPr/>
        </p:nvGrpSpPr>
        <p:grpSpPr>
          <a:xfrm>
            <a:off x="-407521" y="-467"/>
            <a:ext cx="9565879" cy="6876872"/>
            <a:chOff x="-407521" y="-350"/>
            <a:chExt cx="9565879" cy="5157654"/>
          </a:xfrm>
        </p:grpSpPr>
        <p:sp>
          <p:nvSpPr>
            <p:cNvPr id="763" name="Google Shape;763;p29"/>
            <p:cNvSpPr/>
            <p:nvPr/>
          </p:nvSpPr>
          <p:spPr>
            <a:xfrm rot="-10799427">
              <a:off x="5535475" y="-50"/>
              <a:ext cx="3600600" cy="800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764" name="Google Shape;764;p29"/>
            <p:cNvSpPr/>
            <p:nvPr/>
          </p:nvSpPr>
          <p:spPr>
            <a:xfrm flipH="1">
              <a:off x="8422154"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765" name="Google Shape;765;p29"/>
            <p:cNvSpPr/>
            <p:nvPr/>
          </p:nvSpPr>
          <p:spPr>
            <a:xfrm flipH="1">
              <a:off x="6894859" y="4843504"/>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766" name="Google Shape;766;p29"/>
            <p:cNvSpPr/>
            <p:nvPr/>
          </p:nvSpPr>
          <p:spPr>
            <a:xfrm flipH="1">
              <a:off x="-407521"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767" name="Google Shape;767;p29"/>
          <p:cNvGrpSpPr/>
          <p:nvPr/>
        </p:nvGrpSpPr>
        <p:grpSpPr>
          <a:xfrm>
            <a:off x="-1162908" y="-95467"/>
            <a:ext cx="11998025" cy="6234117"/>
            <a:chOff x="-1162908" y="-71600"/>
            <a:chExt cx="11998025" cy="4675588"/>
          </a:xfrm>
        </p:grpSpPr>
        <p:sp>
          <p:nvSpPr>
            <p:cNvPr id="768" name="Google Shape;768;p29"/>
            <p:cNvSpPr/>
            <p:nvPr/>
          </p:nvSpPr>
          <p:spPr>
            <a:xfrm rot="10800000" flipH="1">
              <a:off x="-154596"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nvGrpSpPr>
            <p:cNvPr id="769" name="Google Shape;769;p29"/>
            <p:cNvGrpSpPr/>
            <p:nvPr/>
          </p:nvGrpSpPr>
          <p:grpSpPr>
            <a:xfrm flipH="1">
              <a:off x="-1162908" y="1349063"/>
              <a:ext cx="1885275" cy="1884250"/>
              <a:chOff x="2609275" y="3149350"/>
              <a:chExt cx="1885275" cy="1884250"/>
            </a:xfrm>
          </p:grpSpPr>
          <p:sp>
            <p:nvSpPr>
              <p:cNvPr id="770" name="Google Shape;770;p29"/>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29"/>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29"/>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29"/>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29"/>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29"/>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29"/>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29"/>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29"/>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29"/>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0" name="Google Shape;780;p29"/>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29"/>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2" name="Google Shape;782;p29"/>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29"/>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29"/>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29"/>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29"/>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29"/>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29"/>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9" name="Google Shape;789;p29"/>
            <p:cNvSpPr/>
            <p:nvPr/>
          </p:nvSpPr>
          <p:spPr>
            <a:xfrm rot="10800000" flipH="1">
              <a:off x="8509292" y="2278163"/>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90" name="Google Shape;790;p29"/>
          <p:cNvSpPr txBox="1">
            <a:spLocks noGrp="1"/>
          </p:cNvSpPr>
          <p:nvPr>
            <p:ph type="subTitle" idx="1"/>
          </p:nvPr>
        </p:nvSpPr>
        <p:spPr>
          <a:xfrm>
            <a:off x="722375" y="1697100"/>
            <a:ext cx="3995700" cy="479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500"/>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91" name="Google Shape;791;p29"/>
          <p:cNvSpPr txBox="1">
            <a:spLocks noGrp="1"/>
          </p:cNvSpPr>
          <p:nvPr>
            <p:ph type="title" hasCustomPrompt="1"/>
          </p:nvPr>
        </p:nvSpPr>
        <p:spPr>
          <a:xfrm>
            <a:off x="722600" y="947967"/>
            <a:ext cx="39957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792" name="Google Shape;792;p29"/>
          <p:cNvSpPr txBox="1">
            <a:spLocks noGrp="1"/>
          </p:cNvSpPr>
          <p:nvPr>
            <p:ph type="subTitle" idx="2"/>
          </p:nvPr>
        </p:nvSpPr>
        <p:spPr>
          <a:xfrm>
            <a:off x="2574150" y="3563767"/>
            <a:ext cx="3995700" cy="479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500"/>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93" name="Google Shape;793;p29"/>
          <p:cNvSpPr txBox="1">
            <a:spLocks noGrp="1"/>
          </p:cNvSpPr>
          <p:nvPr>
            <p:ph type="title" idx="3" hasCustomPrompt="1"/>
          </p:nvPr>
        </p:nvSpPr>
        <p:spPr>
          <a:xfrm>
            <a:off x="2574375" y="2814567"/>
            <a:ext cx="39957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794" name="Google Shape;794;p29"/>
          <p:cNvSpPr txBox="1">
            <a:spLocks noGrp="1"/>
          </p:cNvSpPr>
          <p:nvPr>
            <p:ph type="subTitle" idx="4"/>
          </p:nvPr>
        </p:nvSpPr>
        <p:spPr>
          <a:xfrm>
            <a:off x="4425700" y="5430433"/>
            <a:ext cx="3995700" cy="479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500"/>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795" name="Google Shape;795;p29"/>
          <p:cNvSpPr txBox="1">
            <a:spLocks noGrp="1"/>
          </p:cNvSpPr>
          <p:nvPr>
            <p:ph type="title" idx="5" hasCustomPrompt="1"/>
          </p:nvPr>
        </p:nvSpPr>
        <p:spPr>
          <a:xfrm>
            <a:off x="4425925" y="4681233"/>
            <a:ext cx="39957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28132641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796"/>
        <p:cNvGrpSpPr/>
        <p:nvPr/>
      </p:nvGrpSpPr>
      <p:grpSpPr>
        <a:xfrm>
          <a:off x="0" y="0"/>
          <a:ext cx="0" cy="0"/>
          <a:chOff x="0" y="0"/>
          <a:chExt cx="0" cy="0"/>
        </a:xfrm>
      </p:grpSpPr>
      <p:pic>
        <p:nvPicPr>
          <p:cNvPr id="797" name="Google Shape;797;p30"/>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798" name="Google Shape;798;p30"/>
          <p:cNvGrpSpPr/>
          <p:nvPr/>
        </p:nvGrpSpPr>
        <p:grpSpPr>
          <a:xfrm>
            <a:off x="1" y="0"/>
            <a:ext cx="9552075" cy="6858000"/>
            <a:chOff x="0" y="0"/>
            <a:chExt cx="9552075" cy="5143500"/>
          </a:xfrm>
        </p:grpSpPr>
        <p:sp>
          <p:nvSpPr>
            <p:cNvPr id="799" name="Google Shape;799;p30"/>
            <p:cNvSpPr/>
            <p:nvPr/>
          </p:nvSpPr>
          <p:spPr>
            <a:xfrm>
              <a:off x="0" y="0"/>
              <a:ext cx="480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800" name="Google Shape;800;p30"/>
            <p:cNvSpPr/>
            <p:nvPr/>
          </p:nvSpPr>
          <p:spPr>
            <a:xfrm flipH="1">
              <a:off x="8663700" y="3576600"/>
              <a:ext cx="480300" cy="15669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801" name="Google Shape;801;p30"/>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802" name="Google Shape;802;p30"/>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803" name="Google Shape;803;p30"/>
          <p:cNvGrpSpPr/>
          <p:nvPr/>
        </p:nvGrpSpPr>
        <p:grpSpPr>
          <a:xfrm>
            <a:off x="-505837" y="-1951950"/>
            <a:ext cx="6732100" cy="8715651"/>
            <a:chOff x="-505837" y="-1463962"/>
            <a:chExt cx="6732100" cy="6536738"/>
          </a:xfrm>
        </p:grpSpPr>
        <p:grpSp>
          <p:nvGrpSpPr>
            <p:cNvPr id="804" name="Google Shape;804;p30"/>
            <p:cNvGrpSpPr/>
            <p:nvPr/>
          </p:nvGrpSpPr>
          <p:grpSpPr>
            <a:xfrm>
              <a:off x="4340988" y="-1463962"/>
              <a:ext cx="1885275" cy="1884250"/>
              <a:chOff x="2609275" y="3149350"/>
              <a:chExt cx="1885275" cy="1884250"/>
            </a:xfrm>
          </p:grpSpPr>
          <p:sp>
            <p:nvSpPr>
              <p:cNvPr id="805" name="Google Shape;805;p3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3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3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3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3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3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1" name="Google Shape;811;p3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2" name="Google Shape;812;p3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3" name="Google Shape;813;p3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4" name="Google Shape;814;p3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3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3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3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3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3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3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3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3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3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24" name="Google Shape;824;p30"/>
            <p:cNvGrpSpPr/>
            <p:nvPr/>
          </p:nvGrpSpPr>
          <p:grpSpPr>
            <a:xfrm>
              <a:off x="-505837" y="2977275"/>
              <a:ext cx="986125" cy="2095500"/>
              <a:chOff x="7631225" y="2241175"/>
              <a:chExt cx="986125" cy="2095500"/>
            </a:xfrm>
          </p:grpSpPr>
          <p:cxnSp>
            <p:nvCxnSpPr>
              <p:cNvPr id="825" name="Google Shape;825;p3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6" name="Google Shape;826;p3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7" name="Google Shape;827;p3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8" name="Google Shape;828;p3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9" name="Google Shape;829;p3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0" name="Google Shape;830;p3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1" name="Google Shape;831;p3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2" name="Google Shape;832;p3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3" name="Google Shape;833;p3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4" name="Google Shape;834;p3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5" name="Google Shape;835;p3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6" name="Google Shape;836;p3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7" name="Google Shape;837;p3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8" name="Google Shape;838;p3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839" name="Google Shape;839;p30"/>
          <p:cNvSpPr txBox="1">
            <a:spLocks noGrp="1"/>
          </p:cNvSpPr>
          <p:nvPr>
            <p:ph type="subTitle" idx="1"/>
          </p:nvPr>
        </p:nvSpPr>
        <p:spPr>
          <a:xfrm>
            <a:off x="722375" y="2548500"/>
            <a:ext cx="2449500" cy="89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840" name="Google Shape;840;p30"/>
          <p:cNvSpPr txBox="1">
            <a:spLocks noGrp="1"/>
          </p:cNvSpPr>
          <p:nvPr>
            <p:ph type="title" hasCustomPrompt="1"/>
          </p:nvPr>
        </p:nvSpPr>
        <p:spPr>
          <a:xfrm>
            <a:off x="722513" y="1799367"/>
            <a:ext cx="24495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1" name="Google Shape;841;p30"/>
          <p:cNvSpPr txBox="1">
            <a:spLocks noGrp="1"/>
          </p:cNvSpPr>
          <p:nvPr>
            <p:ph type="subTitle" idx="2"/>
          </p:nvPr>
        </p:nvSpPr>
        <p:spPr>
          <a:xfrm>
            <a:off x="3347124" y="2548500"/>
            <a:ext cx="2449500" cy="89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842" name="Google Shape;842;p30"/>
          <p:cNvSpPr txBox="1">
            <a:spLocks noGrp="1"/>
          </p:cNvSpPr>
          <p:nvPr>
            <p:ph type="title" idx="3" hasCustomPrompt="1"/>
          </p:nvPr>
        </p:nvSpPr>
        <p:spPr>
          <a:xfrm>
            <a:off x="3347260" y="1799367"/>
            <a:ext cx="24495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3" name="Google Shape;843;p30"/>
          <p:cNvSpPr txBox="1">
            <a:spLocks noGrp="1"/>
          </p:cNvSpPr>
          <p:nvPr>
            <p:ph type="subTitle" idx="4"/>
          </p:nvPr>
        </p:nvSpPr>
        <p:spPr>
          <a:xfrm>
            <a:off x="5971873" y="2548500"/>
            <a:ext cx="2449500" cy="89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844" name="Google Shape;844;p30"/>
          <p:cNvSpPr txBox="1">
            <a:spLocks noGrp="1"/>
          </p:cNvSpPr>
          <p:nvPr>
            <p:ph type="title" idx="5" hasCustomPrompt="1"/>
          </p:nvPr>
        </p:nvSpPr>
        <p:spPr>
          <a:xfrm>
            <a:off x="5972007" y="1799367"/>
            <a:ext cx="24495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5" name="Google Shape;845;p30"/>
          <p:cNvSpPr txBox="1">
            <a:spLocks noGrp="1"/>
          </p:cNvSpPr>
          <p:nvPr>
            <p:ph type="subTitle" idx="6"/>
          </p:nvPr>
        </p:nvSpPr>
        <p:spPr>
          <a:xfrm>
            <a:off x="2034800" y="4943067"/>
            <a:ext cx="2449500" cy="89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846" name="Google Shape;846;p30"/>
          <p:cNvSpPr txBox="1">
            <a:spLocks noGrp="1"/>
          </p:cNvSpPr>
          <p:nvPr>
            <p:ph type="title" idx="7" hasCustomPrompt="1"/>
          </p:nvPr>
        </p:nvSpPr>
        <p:spPr>
          <a:xfrm>
            <a:off x="2034947" y="4193933"/>
            <a:ext cx="24495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7" name="Google Shape;847;p30"/>
          <p:cNvSpPr txBox="1">
            <a:spLocks noGrp="1"/>
          </p:cNvSpPr>
          <p:nvPr>
            <p:ph type="subTitle" idx="8"/>
          </p:nvPr>
        </p:nvSpPr>
        <p:spPr>
          <a:xfrm>
            <a:off x="4659549" y="4943067"/>
            <a:ext cx="2449500" cy="89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r>
              <a:rPr lang="en-US"/>
              <a:t>Click to edit Master subtitle style</a:t>
            </a:r>
            <a:endParaRPr/>
          </a:p>
        </p:txBody>
      </p:sp>
      <p:sp>
        <p:nvSpPr>
          <p:cNvPr id="848" name="Google Shape;848;p30"/>
          <p:cNvSpPr txBox="1">
            <a:spLocks noGrp="1"/>
          </p:cNvSpPr>
          <p:nvPr>
            <p:ph type="title" idx="9" hasCustomPrompt="1"/>
          </p:nvPr>
        </p:nvSpPr>
        <p:spPr>
          <a:xfrm>
            <a:off x="4659694" y="4193933"/>
            <a:ext cx="2449500" cy="85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9" name="Google Shape;849;p30"/>
          <p:cNvSpPr txBox="1">
            <a:spLocks noGrp="1"/>
          </p:cNvSpPr>
          <p:nvPr>
            <p:ph type="title" idx="13"/>
          </p:nvPr>
        </p:nvSpPr>
        <p:spPr>
          <a:xfrm>
            <a:off x="722375" y="719333"/>
            <a:ext cx="7699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17523574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850"/>
        <p:cNvGrpSpPr/>
        <p:nvPr/>
      </p:nvGrpSpPr>
      <p:grpSpPr>
        <a:xfrm>
          <a:off x="0" y="0"/>
          <a:ext cx="0" cy="0"/>
          <a:chOff x="0" y="0"/>
          <a:chExt cx="0" cy="0"/>
        </a:xfrm>
      </p:grpSpPr>
      <p:grpSp>
        <p:nvGrpSpPr>
          <p:cNvPr id="851" name="Google Shape;851;p31"/>
          <p:cNvGrpSpPr/>
          <p:nvPr/>
        </p:nvGrpSpPr>
        <p:grpSpPr>
          <a:xfrm>
            <a:off x="800963" y="-2238133"/>
            <a:ext cx="9414788" cy="6191084"/>
            <a:chOff x="800963" y="-1678600"/>
            <a:chExt cx="9414788" cy="4643313"/>
          </a:xfrm>
        </p:grpSpPr>
        <p:grpSp>
          <p:nvGrpSpPr>
            <p:cNvPr id="852" name="Google Shape;852;p31"/>
            <p:cNvGrpSpPr/>
            <p:nvPr/>
          </p:nvGrpSpPr>
          <p:grpSpPr>
            <a:xfrm flipH="1">
              <a:off x="8330475" y="1080463"/>
              <a:ext cx="1885275" cy="1884250"/>
              <a:chOff x="2609275" y="3149350"/>
              <a:chExt cx="1885275" cy="1884250"/>
            </a:xfrm>
          </p:grpSpPr>
          <p:sp>
            <p:nvSpPr>
              <p:cNvPr id="853" name="Google Shape;853;p31"/>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4" name="Google Shape;854;p31"/>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5" name="Google Shape;855;p31"/>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6" name="Google Shape;856;p31"/>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31"/>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31"/>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9" name="Google Shape;859;p31"/>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31"/>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1" name="Google Shape;861;p31"/>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31"/>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31"/>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31"/>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31"/>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31"/>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31"/>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31"/>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31"/>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31"/>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31"/>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72" name="Google Shape;872;p31"/>
            <p:cNvSpPr/>
            <p:nvPr/>
          </p:nvSpPr>
          <p:spPr>
            <a:xfrm rot="5400000" flipH="1">
              <a:off x="800963"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pic>
        <p:nvPicPr>
          <p:cNvPr id="873" name="Google Shape;873;p31"/>
          <p:cNvPicPr preferRelativeResize="0"/>
          <p:nvPr/>
        </p:nvPicPr>
        <p:blipFill>
          <a:blip r:embed="rId2">
            <a:alphaModFix/>
          </a:blip>
          <a:stretch>
            <a:fillRect/>
          </a:stretch>
        </p:blipFill>
        <p:spPr>
          <a:xfrm rot="10800000">
            <a:off x="7925" y="1"/>
            <a:ext cx="9128151" cy="6857999"/>
          </a:xfrm>
          <a:prstGeom prst="rect">
            <a:avLst/>
          </a:prstGeom>
          <a:noFill/>
          <a:ln>
            <a:noFill/>
          </a:ln>
        </p:spPr>
      </p:pic>
      <p:sp>
        <p:nvSpPr>
          <p:cNvPr id="874" name="Google Shape;874;p31"/>
          <p:cNvSpPr txBox="1">
            <a:spLocks noGrp="1"/>
          </p:cNvSpPr>
          <p:nvPr>
            <p:ph type="ctrTitle"/>
          </p:nvPr>
        </p:nvSpPr>
        <p:spPr>
          <a:xfrm>
            <a:off x="2685375" y="736925"/>
            <a:ext cx="3773100" cy="121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875" name="Google Shape;875;p31"/>
          <p:cNvSpPr txBox="1">
            <a:spLocks noGrp="1"/>
          </p:cNvSpPr>
          <p:nvPr>
            <p:ph type="subTitle" idx="1"/>
          </p:nvPr>
        </p:nvSpPr>
        <p:spPr>
          <a:xfrm>
            <a:off x="2685375" y="1825525"/>
            <a:ext cx="3773100" cy="143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5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876" name="Google Shape;876;p31"/>
          <p:cNvSpPr txBox="1"/>
          <p:nvPr/>
        </p:nvSpPr>
        <p:spPr>
          <a:xfrm>
            <a:off x="3014822" y="4806321"/>
            <a:ext cx="3114300" cy="82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000">
                <a:solidFill>
                  <a:schemeClr val="dk1"/>
                </a:solidFill>
                <a:latin typeface="Maven Pro"/>
                <a:ea typeface="Maven Pro"/>
                <a:cs typeface="Maven Pro"/>
                <a:sym typeface="Maven Pro"/>
              </a:rPr>
              <a:t>CREDITS: This presentation template was created by </a:t>
            </a:r>
            <a:r>
              <a:rPr lang="en" sz="1000" b="1" u="sng">
                <a:solidFill>
                  <a:schemeClr val="dk1"/>
                </a:solidFill>
                <a:latin typeface="Maven Pro"/>
                <a:ea typeface="Maven Pro"/>
                <a:cs typeface="Maven Pro"/>
                <a:sym typeface="Maven Pro"/>
                <a:hlinkClick r:id="rId3">
                  <a:extLst>
                    <a:ext uri="{A12FA001-AC4F-418D-AE19-62706E023703}">
                      <ahyp:hlinkClr xmlns:ahyp="http://schemas.microsoft.com/office/drawing/2018/hyperlinkcolor" val="tx"/>
                    </a:ext>
                  </a:extLst>
                </a:hlinkClick>
              </a:rPr>
              <a:t>Slidesgo</a:t>
            </a:r>
            <a:r>
              <a:rPr lang="en" sz="1000">
                <a:solidFill>
                  <a:schemeClr val="dk1"/>
                </a:solidFill>
                <a:latin typeface="Maven Pro"/>
                <a:ea typeface="Maven Pro"/>
                <a:cs typeface="Maven Pro"/>
                <a:sym typeface="Maven Pro"/>
              </a:rPr>
              <a:t>, including icons by </a:t>
            </a:r>
            <a:r>
              <a:rPr lang="en" sz="1000" b="1" u="sng">
                <a:solidFill>
                  <a:schemeClr val="dk1"/>
                </a:solidFill>
                <a:latin typeface="Maven Pro"/>
                <a:ea typeface="Maven Pro"/>
                <a:cs typeface="Maven Pro"/>
                <a:sym typeface="Maven Pro"/>
                <a:hlinkClick r:id="rId4">
                  <a:extLst>
                    <a:ext uri="{A12FA001-AC4F-418D-AE19-62706E023703}">
                      <ahyp:hlinkClr xmlns:ahyp="http://schemas.microsoft.com/office/drawing/2018/hyperlinkcolor" val="tx"/>
                    </a:ext>
                  </a:extLst>
                </a:hlinkClick>
              </a:rPr>
              <a:t>Flaticon</a:t>
            </a:r>
            <a:r>
              <a:rPr lang="en" sz="1000" b="1">
                <a:solidFill>
                  <a:schemeClr val="dk1"/>
                </a:solidFill>
                <a:latin typeface="Maven Pro"/>
                <a:ea typeface="Maven Pro"/>
                <a:cs typeface="Maven Pro"/>
                <a:sym typeface="Maven Pro"/>
              </a:rPr>
              <a:t> </a:t>
            </a:r>
            <a:r>
              <a:rPr lang="en" sz="1000">
                <a:solidFill>
                  <a:schemeClr val="dk1"/>
                </a:solidFill>
                <a:latin typeface="Maven Pro"/>
                <a:ea typeface="Maven Pro"/>
                <a:cs typeface="Maven Pro"/>
                <a:sym typeface="Maven Pro"/>
              </a:rPr>
              <a:t>and infographics &amp; images by </a:t>
            </a:r>
            <a:r>
              <a:rPr lang="en" sz="1000" b="1" u="sng">
                <a:solidFill>
                  <a:schemeClr val="dk1"/>
                </a:solidFill>
                <a:latin typeface="Maven Pro"/>
                <a:ea typeface="Maven Pro"/>
                <a:cs typeface="Maven Pro"/>
                <a:sym typeface="Maven Pro"/>
                <a:hlinkClick r:id="rId5">
                  <a:extLst>
                    <a:ext uri="{A12FA001-AC4F-418D-AE19-62706E023703}">
                      <ahyp:hlinkClr xmlns:ahyp="http://schemas.microsoft.com/office/drawing/2018/hyperlinkcolor" val="tx"/>
                    </a:ext>
                  </a:extLst>
                </a:hlinkClick>
              </a:rPr>
              <a:t>Freepik</a:t>
            </a:r>
            <a:endParaRPr sz="1000" b="1" u="sng">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19301514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877"/>
        <p:cNvGrpSpPr/>
        <p:nvPr/>
      </p:nvGrpSpPr>
      <p:grpSpPr>
        <a:xfrm>
          <a:off x="0" y="0"/>
          <a:ext cx="0" cy="0"/>
          <a:chOff x="0" y="0"/>
          <a:chExt cx="0" cy="0"/>
        </a:xfrm>
      </p:grpSpPr>
      <p:pic>
        <p:nvPicPr>
          <p:cNvPr id="878" name="Google Shape;878;p32"/>
          <p:cNvPicPr preferRelativeResize="0"/>
          <p:nvPr/>
        </p:nvPicPr>
        <p:blipFill>
          <a:blip r:embed="rId2">
            <a:alphaModFix/>
          </a:blip>
          <a:stretch>
            <a:fillRect/>
          </a:stretch>
        </p:blipFill>
        <p:spPr>
          <a:xfrm rot="10800000">
            <a:off x="7925" y="1"/>
            <a:ext cx="9128151" cy="6857999"/>
          </a:xfrm>
          <a:prstGeom prst="rect">
            <a:avLst/>
          </a:prstGeom>
          <a:noFill/>
          <a:ln>
            <a:noFill/>
          </a:ln>
        </p:spPr>
      </p:pic>
    </p:spTree>
    <p:extLst>
      <p:ext uri="{BB962C8B-B14F-4D97-AF65-F5344CB8AC3E}">
        <p14:creationId xmlns:p14="http://schemas.microsoft.com/office/powerpoint/2010/main" val="27260060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879"/>
        <p:cNvGrpSpPr/>
        <p:nvPr/>
      </p:nvGrpSpPr>
      <p:grpSpPr>
        <a:xfrm>
          <a:off x="0" y="0"/>
          <a:ext cx="0" cy="0"/>
          <a:chOff x="0" y="0"/>
          <a:chExt cx="0" cy="0"/>
        </a:xfrm>
      </p:grpSpPr>
      <p:pic>
        <p:nvPicPr>
          <p:cNvPr id="880" name="Google Shape;880;p33"/>
          <p:cNvPicPr preferRelativeResize="0"/>
          <p:nvPr/>
        </p:nvPicPr>
        <p:blipFill>
          <a:blip r:embed="rId2">
            <a:alphaModFix/>
          </a:blip>
          <a:stretch>
            <a:fillRect/>
          </a:stretch>
        </p:blipFill>
        <p:spPr>
          <a:xfrm rot="10800000" flipH="1">
            <a:off x="7925" y="1"/>
            <a:ext cx="9128151" cy="6857999"/>
          </a:xfrm>
          <a:prstGeom prst="rect">
            <a:avLst/>
          </a:prstGeom>
          <a:noFill/>
          <a:ln>
            <a:noFill/>
          </a:ln>
        </p:spPr>
      </p:pic>
      <p:grpSp>
        <p:nvGrpSpPr>
          <p:cNvPr id="881" name="Google Shape;881;p33"/>
          <p:cNvGrpSpPr/>
          <p:nvPr/>
        </p:nvGrpSpPr>
        <p:grpSpPr>
          <a:xfrm>
            <a:off x="1" y="-33"/>
            <a:ext cx="9552075" cy="6857833"/>
            <a:chOff x="0" y="-25"/>
            <a:chExt cx="9552075" cy="5143375"/>
          </a:xfrm>
        </p:grpSpPr>
        <p:sp>
          <p:nvSpPr>
            <p:cNvPr id="882" name="Google Shape;882;p33"/>
            <p:cNvSpPr/>
            <p:nvPr/>
          </p:nvSpPr>
          <p:spPr>
            <a:xfrm>
              <a:off x="0" y="0"/>
              <a:ext cx="722400" cy="24021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883" name="Google Shape;883;p33"/>
            <p:cNvSpPr/>
            <p:nvPr/>
          </p:nvSpPr>
          <p:spPr>
            <a:xfrm flipH="1">
              <a:off x="6943500" y="4306950"/>
              <a:ext cx="2200500" cy="836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884" name="Google Shape;884;p33"/>
            <p:cNvSpPr/>
            <p:nvPr/>
          </p:nvSpPr>
          <p:spPr>
            <a:xfrm rot="10800000" flipH="1">
              <a:off x="0" y="-25"/>
              <a:ext cx="2263500" cy="8421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sp>
          <p:nvSpPr>
            <p:cNvPr id="885" name="Google Shape;885;p33"/>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Maven Pro"/>
                <a:ea typeface="Maven Pro"/>
                <a:cs typeface="Maven Pro"/>
                <a:sym typeface="Maven Pro"/>
              </a:endParaRPr>
            </a:p>
          </p:txBody>
        </p:sp>
      </p:grpSp>
      <p:grpSp>
        <p:nvGrpSpPr>
          <p:cNvPr id="886" name="Google Shape;886;p33"/>
          <p:cNvGrpSpPr/>
          <p:nvPr/>
        </p:nvGrpSpPr>
        <p:grpSpPr>
          <a:xfrm>
            <a:off x="489564" y="-282033"/>
            <a:ext cx="8425113" cy="8388784"/>
            <a:chOff x="489563" y="-211525"/>
            <a:chExt cx="8425113" cy="6291588"/>
          </a:xfrm>
        </p:grpSpPr>
        <p:grpSp>
          <p:nvGrpSpPr>
            <p:cNvPr id="887" name="Google Shape;887;p33"/>
            <p:cNvGrpSpPr/>
            <p:nvPr/>
          </p:nvGrpSpPr>
          <p:grpSpPr>
            <a:xfrm>
              <a:off x="489563" y="4195813"/>
              <a:ext cx="1885275" cy="1884250"/>
              <a:chOff x="2609275" y="3149350"/>
              <a:chExt cx="1885275" cy="1884250"/>
            </a:xfrm>
          </p:grpSpPr>
          <p:sp>
            <p:nvSpPr>
              <p:cNvPr id="888" name="Google Shape;888;p3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3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0" name="Google Shape;890;p3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1" name="Google Shape;891;p3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2" name="Google Shape;892;p3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3" name="Google Shape;893;p3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4" name="Google Shape;894;p3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5" name="Google Shape;895;p3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6" name="Google Shape;896;p3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7" name="Google Shape;897;p3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8" name="Google Shape;898;p3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9" name="Google Shape;899;p3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0" name="Google Shape;900;p3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3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3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3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3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3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3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07" name="Google Shape;907;p33"/>
            <p:cNvGrpSpPr/>
            <p:nvPr/>
          </p:nvGrpSpPr>
          <p:grpSpPr>
            <a:xfrm>
              <a:off x="7928550" y="-211525"/>
              <a:ext cx="986125" cy="2095500"/>
              <a:chOff x="7631225" y="2241175"/>
              <a:chExt cx="986125" cy="2095500"/>
            </a:xfrm>
          </p:grpSpPr>
          <p:cxnSp>
            <p:nvCxnSpPr>
              <p:cNvPr id="908" name="Google Shape;908;p3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9" name="Google Shape;909;p3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0" name="Google Shape;910;p3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1" name="Google Shape;911;p3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2" name="Google Shape;912;p3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3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3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5" name="Google Shape;915;p3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6" name="Google Shape;916;p3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7" name="Google Shape;917;p3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8" name="Google Shape;918;p3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9" name="Google Shape;919;p3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0" name="Google Shape;920;p3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1" name="Google Shape;921;p33"/>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extLst>
      <p:ext uri="{BB962C8B-B14F-4D97-AF65-F5344CB8AC3E}">
        <p14:creationId xmlns:p14="http://schemas.microsoft.com/office/powerpoint/2010/main" val="6823822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64409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925"/>
        <p:cNvGrpSpPr/>
        <p:nvPr/>
      </p:nvGrpSpPr>
      <p:grpSpPr>
        <a:xfrm>
          <a:off x="0" y="0"/>
          <a:ext cx="0" cy="0"/>
          <a:chOff x="0" y="0"/>
          <a:chExt cx="0" cy="0"/>
        </a:xfrm>
      </p:grpSpPr>
    </p:spTree>
    <p:extLst>
      <p:ext uri="{BB962C8B-B14F-4D97-AF65-F5344CB8AC3E}">
        <p14:creationId xmlns:p14="http://schemas.microsoft.com/office/powerpoint/2010/main" val="865234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926"/>
        <p:cNvGrpSpPr/>
        <p:nvPr/>
      </p:nvGrpSpPr>
      <p:grpSpPr>
        <a:xfrm>
          <a:off x="0" y="0"/>
          <a:ext cx="0" cy="0"/>
          <a:chOff x="0" y="0"/>
          <a:chExt cx="0" cy="0"/>
        </a:xfrm>
      </p:grpSpPr>
      <p:sp>
        <p:nvSpPr>
          <p:cNvPr id="927" name="Google Shape;927;p36"/>
          <p:cNvSpPr txBox="1">
            <a:spLocks noGrp="1"/>
          </p:cNvSpPr>
          <p:nvPr>
            <p:ph type="title"/>
          </p:nvPr>
        </p:nvSpPr>
        <p:spPr>
          <a:xfrm>
            <a:off x="716700" y="681367"/>
            <a:ext cx="77106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1845199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719333"/>
            <a:ext cx="76992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2375" y="1583467"/>
            <a:ext cx="76992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extLst>
      <p:ext uri="{BB962C8B-B14F-4D97-AF65-F5344CB8AC3E}">
        <p14:creationId xmlns:p14="http://schemas.microsoft.com/office/powerpoint/2010/main" val="3492336503"/>
      </p:ext>
    </p:extLst>
  </p:cSld>
  <p:clrMap bg1="lt1" tx1="dk1" bg2="dk2" tx2="lt2" accent1="accent1" accent2="accent2" accent3="accent3" accent4="accent4" accent5="accent5" accent6="accent6" hlink="hlink" folHlink="folHlink"/>
  <p:sldLayoutIdLst>
    <p:sldLayoutId id="2147483677" r:id="rId1"/>
    <p:sldLayoutId id="2147483678" r:id="rId2"/>
    <p:sldLayoutId id="2147483680" r:id="rId3"/>
    <p:sldLayoutId id="2147483681" r:id="rId4"/>
    <p:sldLayoutId id="2147483682"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922"/>
        <p:cNvGrpSpPr/>
        <p:nvPr/>
      </p:nvGrpSpPr>
      <p:grpSpPr>
        <a:xfrm>
          <a:off x="0" y="0"/>
          <a:ext cx="0" cy="0"/>
          <a:chOff x="0" y="0"/>
          <a:chExt cx="0" cy="0"/>
        </a:xfrm>
      </p:grpSpPr>
      <p:sp>
        <p:nvSpPr>
          <p:cNvPr id="923" name="Google Shape;923;p34"/>
          <p:cNvSpPr txBox="1">
            <a:spLocks noGrp="1"/>
          </p:cNvSpPr>
          <p:nvPr>
            <p:ph type="title"/>
          </p:nvPr>
        </p:nvSpPr>
        <p:spPr>
          <a:xfrm>
            <a:off x="1068100" y="1244600"/>
            <a:ext cx="70473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924" name="Google Shape;924;p34"/>
          <p:cNvSpPr txBox="1">
            <a:spLocks noGrp="1"/>
          </p:cNvSpPr>
          <p:nvPr>
            <p:ph type="body" idx="1"/>
          </p:nvPr>
        </p:nvSpPr>
        <p:spPr>
          <a:xfrm>
            <a:off x="1068100" y="2260600"/>
            <a:ext cx="70473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842233204"/>
      </p:ext>
    </p:extLst>
  </p:cSld>
  <p:clrMap bg1="lt1" tx1="dk1" bg2="dk2" tx2="lt2" accent1="accent1" accent2="accent2" accent3="accent3" accent4="accent4" accent5="accent5" accent6="accent6" hlink="hlink" folHlink="folHlink"/>
  <p:sldLayoutIdLst>
    <p:sldLayoutId id="2147483711" r:id="rId1"/>
    <p:sldLayoutId id="2147483712"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829559" y="2394719"/>
            <a:ext cx="7230359" cy="2068561"/>
          </a:xfrm>
        </p:spPr>
        <p:txBody>
          <a:bodyPr/>
          <a:lstStyle/>
          <a:p>
            <a:r>
              <a:rPr lang="en-US" sz="4000" b="1" dirty="0">
                <a:solidFill>
                  <a:srgbClr val="000080"/>
                </a:solidFill>
              </a:rPr>
              <a:t>Business Analytics in the Restaurant Industry</a:t>
            </a:r>
            <a:endParaRPr sz="4000" b="1" dirty="0">
              <a:solidFill>
                <a:srgbClr val="00008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9C3BC-6127-6085-A2A3-A90B12568FF9}"/>
              </a:ext>
            </a:extLst>
          </p:cNvPr>
          <p:cNvSpPr>
            <a:spLocks noGrp="1"/>
          </p:cNvSpPr>
          <p:nvPr>
            <p:ph type="title"/>
          </p:nvPr>
        </p:nvSpPr>
        <p:spPr>
          <a:xfrm>
            <a:off x="716437" y="1323490"/>
            <a:ext cx="7824247" cy="765521"/>
          </a:xfrm>
        </p:spPr>
        <p:txBody>
          <a:bodyPr/>
          <a:lstStyle/>
          <a:p>
            <a:pPr algn="l"/>
            <a:r>
              <a:rPr lang="en-US" sz="4000" dirty="0"/>
              <a:t>Topics:</a:t>
            </a:r>
          </a:p>
        </p:txBody>
      </p:sp>
      <p:sp>
        <p:nvSpPr>
          <p:cNvPr id="3" name="Subtitle 2">
            <a:extLst>
              <a:ext uri="{FF2B5EF4-FFF2-40B4-BE49-F238E27FC236}">
                <a16:creationId xmlns:a16="http://schemas.microsoft.com/office/drawing/2014/main" id="{019BF7ED-17C6-2165-CDA5-F23649FEBF4A}"/>
              </a:ext>
            </a:extLst>
          </p:cNvPr>
          <p:cNvSpPr>
            <a:spLocks noGrp="1"/>
          </p:cNvSpPr>
          <p:nvPr>
            <p:ph type="subTitle" idx="1"/>
          </p:nvPr>
        </p:nvSpPr>
        <p:spPr>
          <a:xfrm>
            <a:off x="716437" y="2251624"/>
            <a:ext cx="7824247" cy="2354751"/>
          </a:xfrm>
        </p:spPr>
        <p:txBody>
          <a:bodyPr/>
          <a:lstStyle/>
          <a:p>
            <a:pPr marL="438150" indent="-285750" algn="l">
              <a:buFont typeface="Arial" panose="020B0604020202020204" pitchFamily="34" charset="0"/>
              <a:buChar char="•"/>
            </a:pPr>
            <a:r>
              <a:rPr lang="en-US" sz="2400" b="1" dirty="0">
                <a:solidFill>
                  <a:srgbClr val="000080"/>
                </a:solidFill>
              </a:rPr>
              <a:t>CRISP-DM Overview</a:t>
            </a:r>
          </a:p>
          <a:p>
            <a:pPr marL="438150" indent="-285750" algn="l">
              <a:buFont typeface="Arial" panose="020B0604020202020204" pitchFamily="34" charset="0"/>
              <a:buChar char="•"/>
            </a:pPr>
            <a:r>
              <a:rPr lang="en-US" sz="2400" b="1" dirty="0">
                <a:solidFill>
                  <a:srgbClr val="000080"/>
                </a:solidFill>
              </a:rPr>
              <a:t>Phases of CRISP-DM</a:t>
            </a:r>
          </a:p>
          <a:p>
            <a:pPr marL="438150" indent="-285750" algn="l">
              <a:buFont typeface="Arial" panose="020B0604020202020204" pitchFamily="34" charset="0"/>
              <a:buChar char="•"/>
            </a:pPr>
            <a:r>
              <a:rPr lang="en-US" sz="2400" b="1" dirty="0">
                <a:solidFill>
                  <a:srgbClr val="000080"/>
                </a:solidFill>
              </a:rPr>
              <a:t>McDonald's Case Study: Breakdown</a:t>
            </a:r>
          </a:p>
          <a:p>
            <a:pPr marL="438150" indent="-285750" algn="l">
              <a:buFont typeface="Arial" panose="020B0604020202020204" pitchFamily="34" charset="0"/>
              <a:buChar char="•"/>
            </a:pPr>
            <a:r>
              <a:rPr lang="en-US" sz="2400" b="1" dirty="0">
                <a:solidFill>
                  <a:srgbClr val="000080"/>
                </a:solidFill>
              </a:rPr>
              <a:t>McDonald's Issue Analysis and Solutions</a:t>
            </a:r>
          </a:p>
          <a:p>
            <a:pPr marL="438150" indent="-285750" algn="l">
              <a:buFont typeface="Arial" panose="020B0604020202020204" pitchFamily="34" charset="0"/>
              <a:buChar char="•"/>
            </a:pPr>
            <a:r>
              <a:rPr lang="en-US" sz="2400" b="1" dirty="0">
                <a:solidFill>
                  <a:srgbClr val="000080"/>
                </a:solidFill>
              </a:rPr>
              <a:t>Continuous Monitoring and Improvement</a:t>
            </a:r>
          </a:p>
          <a:p>
            <a:pPr marL="438150" indent="-285750" algn="l">
              <a:buFont typeface="Arial" panose="020B0604020202020204" pitchFamily="34" charset="0"/>
              <a:buChar char="•"/>
            </a:pPr>
            <a:r>
              <a:rPr lang="en-US" sz="2400" b="1" dirty="0">
                <a:solidFill>
                  <a:srgbClr val="000080"/>
                </a:solidFill>
              </a:rPr>
              <a:t>Conclusion : Final Thoughts</a:t>
            </a:r>
            <a:br>
              <a:rPr lang="en-US" b="1" dirty="0">
                <a:solidFill>
                  <a:srgbClr val="000080"/>
                </a:solidFill>
              </a:rPr>
            </a:br>
            <a:endParaRPr lang="en-US" dirty="0"/>
          </a:p>
        </p:txBody>
      </p:sp>
    </p:spTree>
    <p:extLst>
      <p:ext uri="{BB962C8B-B14F-4D97-AF65-F5344CB8AC3E}">
        <p14:creationId xmlns:p14="http://schemas.microsoft.com/office/powerpoint/2010/main" val="803820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9938" y="849313"/>
            <a:ext cx="8229600" cy="620712"/>
          </a:xfrm>
        </p:spPr>
        <p:txBody>
          <a:bodyPr/>
          <a:lstStyle/>
          <a:p>
            <a:r>
              <a:rPr b="1" dirty="0">
                <a:solidFill>
                  <a:srgbClr val="000080"/>
                </a:solidFill>
              </a:rPr>
              <a:t>CRISP-DM Overview</a:t>
            </a:r>
          </a:p>
        </p:txBody>
      </p:sp>
      <p:sp>
        <p:nvSpPr>
          <p:cNvPr id="3" name="Content Placeholder 2"/>
          <p:cNvSpPr>
            <a:spLocks noGrp="1"/>
          </p:cNvSpPr>
          <p:nvPr>
            <p:ph idx="4294967295"/>
          </p:nvPr>
        </p:nvSpPr>
        <p:spPr>
          <a:xfrm>
            <a:off x="197964" y="1813719"/>
            <a:ext cx="8766928" cy="3230562"/>
          </a:xfrm>
        </p:spPr>
        <p:txBody>
          <a:bodyPr>
            <a:normAutofit/>
          </a:bodyPr>
          <a:lstStyle/>
          <a:p>
            <a:pPr marL="0" indent="0">
              <a:buNone/>
            </a:pPr>
            <a:r>
              <a:rPr lang="en-US" sz="1800" b="1" dirty="0"/>
              <a:t>CRISP-DM (Cross-Industry Standard Process for Data Mining)</a:t>
            </a:r>
            <a:r>
              <a:rPr lang="en-US" sz="1800" dirty="0"/>
              <a:t> is one of the most widely </a:t>
            </a:r>
            <a:r>
              <a:rPr lang="en-US" sz="1800" dirty="0">
                <a:solidFill>
                  <a:schemeClr val="tx1"/>
                </a:solidFill>
              </a:rPr>
              <a:t>used frameworks in data science projects. It is a cyclic, iterative methodology that guides data mining and analytics projects. CRISP-DM consists of six phases that help structure a data science project from initial conception to deployment.</a:t>
            </a:r>
          </a:p>
          <a:p>
            <a:pPr marL="0" indent="0">
              <a:buNone/>
            </a:pPr>
            <a:endParaRPr lang="en-US" sz="1800" dirty="0"/>
          </a:p>
          <a:p>
            <a:pPr>
              <a:buFont typeface="+mj-lt"/>
              <a:buAutoNum type="arabicPeriod"/>
            </a:pPr>
            <a:r>
              <a:rPr lang="en-US" sz="1800" b="1" dirty="0">
                <a:solidFill>
                  <a:schemeClr val="tx1"/>
                </a:solidFill>
                <a:latin typeface="Calibri"/>
              </a:rPr>
              <a:t>Business Understanding:</a:t>
            </a:r>
            <a:r>
              <a:rPr lang="en-US" sz="1800" b="0" dirty="0">
                <a:solidFill>
                  <a:schemeClr val="tx1"/>
                </a:solidFill>
                <a:latin typeface="Calibri"/>
              </a:rPr>
              <a:t> Define project objectives</a:t>
            </a:r>
          </a:p>
          <a:p>
            <a:pPr>
              <a:buFont typeface="+mj-lt"/>
              <a:buAutoNum type="arabicPeriod"/>
            </a:pPr>
            <a:r>
              <a:rPr lang="en-US" sz="1800" b="1" dirty="0">
                <a:solidFill>
                  <a:schemeClr val="tx1"/>
                </a:solidFill>
                <a:latin typeface="Calibri"/>
              </a:rPr>
              <a:t>Data Understanding: </a:t>
            </a:r>
            <a:r>
              <a:rPr lang="en-US" sz="1800" b="0" dirty="0">
                <a:solidFill>
                  <a:schemeClr val="tx1"/>
                </a:solidFill>
                <a:latin typeface="Calibri"/>
              </a:rPr>
              <a:t>Collect and explore data</a:t>
            </a:r>
          </a:p>
          <a:p>
            <a:pPr>
              <a:buFont typeface="+mj-lt"/>
              <a:buAutoNum type="arabicPeriod"/>
            </a:pPr>
            <a:r>
              <a:rPr lang="en-US" sz="1800" b="1" dirty="0">
                <a:solidFill>
                  <a:schemeClr val="tx1"/>
                </a:solidFill>
                <a:latin typeface="Calibri"/>
              </a:rPr>
              <a:t>Data Preparation: </a:t>
            </a:r>
            <a:r>
              <a:rPr lang="en-US" sz="1800" b="0" dirty="0">
                <a:solidFill>
                  <a:schemeClr val="tx1"/>
                </a:solidFill>
                <a:latin typeface="Calibri"/>
              </a:rPr>
              <a:t>Clean and structure the data</a:t>
            </a:r>
          </a:p>
          <a:p>
            <a:pPr>
              <a:buFont typeface="+mj-lt"/>
              <a:buAutoNum type="arabicPeriod"/>
            </a:pPr>
            <a:r>
              <a:rPr lang="en-US" sz="1800" b="1" dirty="0">
                <a:solidFill>
                  <a:schemeClr val="tx1"/>
                </a:solidFill>
                <a:latin typeface="Calibri"/>
              </a:rPr>
              <a:t>Modeling:</a:t>
            </a:r>
            <a:r>
              <a:rPr lang="en-US" sz="1800" b="0" dirty="0">
                <a:solidFill>
                  <a:schemeClr val="tx1"/>
                </a:solidFill>
                <a:latin typeface="Calibri"/>
              </a:rPr>
              <a:t> Apply algorithms to solve business problems</a:t>
            </a:r>
          </a:p>
          <a:p>
            <a:pPr>
              <a:buFont typeface="+mj-lt"/>
              <a:buAutoNum type="arabicPeriod"/>
            </a:pPr>
            <a:r>
              <a:rPr lang="en-US" sz="1800" b="1" dirty="0">
                <a:solidFill>
                  <a:schemeClr val="tx1"/>
                </a:solidFill>
                <a:latin typeface="Calibri"/>
              </a:rPr>
              <a:t>Evaluation: </a:t>
            </a:r>
            <a:r>
              <a:rPr lang="en-US" sz="1800" b="0" dirty="0">
                <a:solidFill>
                  <a:schemeClr val="tx1"/>
                </a:solidFill>
                <a:latin typeface="Calibri"/>
              </a:rPr>
              <a:t>Assess model performance against goals</a:t>
            </a:r>
          </a:p>
          <a:p>
            <a:pPr>
              <a:buFont typeface="+mj-lt"/>
              <a:buAutoNum type="arabicPeriod"/>
            </a:pPr>
            <a:r>
              <a:rPr lang="en-US" sz="1800" b="1" dirty="0">
                <a:solidFill>
                  <a:schemeClr val="tx1"/>
                </a:solidFill>
                <a:latin typeface="Calibri"/>
              </a:rPr>
              <a:t>Deployment: </a:t>
            </a:r>
            <a:r>
              <a:rPr lang="en-US" sz="1800" b="0" dirty="0">
                <a:solidFill>
                  <a:schemeClr val="tx1"/>
                </a:solidFill>
                <a:latin typeface="Calibri"/>
              </a:rPr>
              <a:t>Implement models into real-world use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05C43-FD7D-C487-31D2-31E98C6C05DF}"/>
              </a:ext>
            </a:extLst>
          </p:cNvPr>
          <p:cNvSpPr>
            <a:spLocks noGrp="1"/>
          </p:cNvSpPr>
          <p:nvPr>
            <p:ph type="title" idx="4294967295"/>
          </p:nvPr>
        </p:nvSpPr>
        <p:spPr>
          <a:xfrm>
            <a:off x="273376" y="524759"/>
            <a:ext cx="8550110" cy="670890"/>
          </a:xfrm>
        </p:spPr>
        <p:txBody>
          <a:bodyPr>
            <a:normAutofit/>
          </a:bodyPr>
          <a:lstStyle/>
          <a:p>
            <a:r>
              <a:rPr lang="en-US" b="1" dirty="0">
                <a:solidFill>
                  <a:srgbClr val="000080"/>
                </a:solidFill>
              </a:rPr>
              <a:t>Phases of CRISP-DM</a:t>
            </a:r>
            <a:endParaRPr lang="en-US" dirty="0">
              <a:solidFill>
                <a:srgbClr val="000080"/>
              </a:solidFill>
            </a:endParaRPr>
          </a:p>
        </p:txBody>
      </p:sp>
      <p:sp>
        <p:nvSpPr>
          <p:cNvPr id="3" name="Content Placeholder 2">
            <a:extLst>
              <a:ext uri="{FF2B5EF4-FFF2-40B4-BE49-F238E27FC236}">
                <a16:creationId xmlns:a16="http://schemas.microsoft.com/office/drawing/2014/main" id="{84FCE604-2639-C943-AB2A-6F83A496183A}"/>
              </a:ext>
            </a:extLst>
          </p:cNvPr>
          <p:cNvSpPr>
            <a:spLocks noGrp="1"/>
          </p:cNvSpPr>
          <p:nvPr>
            <p:ph idx="4294967295"/>
          </p:nvPr>
        </p:nvSpPr>
        <p:spPr>
          <a:xfrm>
            <a:off x="273376" y="1691294"/>
            <a:ext cx="8229600" cy="3735387"/>
          </a:xfrm>
        </p:spPr>
        <p:txBody>
          <a:bodyPr>
            <a:normAutofit fontScale="32500" lnSpcReduction="20000"/>
          </a:bodyPr>
          <a:lstStyle/>
          <a:p>
            <a:pPr marL="152400" indent="0">
              <a:buNone/>
            </a:pPr>
            <a:r>
              <a:rPr lang="en-US" sz="5500" b="1" dirty="0"/>
              <a:t>1. Business Understanding</a:t>
            </a:r>
            <a:endParaRPr lang="en-US" sz="5500" dirty="0"/>
          </a:p>
          <a:p>
            <a:pPr marL="457200" lvl="1" indent="0">
              <a:buNone/>
            </a:pPr>
            <a:r>
              <a:rPr lang="en-US" sz="5500" dirty="0"/>
              <a:t>Define project objectives and business requirements.</a:t>
            </a:r>
          </a:p>
          <a:p>
            <a:pPr marL="457200" lvl="1" indent="0">
              <a:buNone/>
            </a:pPr>
            <a:r>
              <a:rPr lang="en-US" sz="5500" dirty="0"/>
              <a:t>Identify business challenges and opportunities that data analytics can address.</a:t>
            </a:r>
          </a:p>
          <a:p>
            <a:pPr marL="457200" lvl="1" indent="0">
              <a:buNone/>
            </a:pPr>
            <a:r>
              <a:rPr lang="en-US" sz="5500" b="1" dirty="0"/>
              <a:t>Objective:</a:t>
            </a:r>
            <a:r>
              <a:rPr lang="en-US" sz="5500" dirty="0"/>
              <a:t> Translate business problems into data science objectives.</a:t>
            </a:r>
          </a:p>
          <a:p>
            <a:pPr marL="152400" indent="0">
              <a:buNone/>
            </a:pPr>
            <a:r>
              <a:rPr lang="en-US" sz="5500" b="1" dirty="0"/>
              <a:t>2. Data Understanding</a:t>
            </a:r>
            <a:endParaRPr lang="en-US" sz="5500" dirty="0"/>
          </a:p>
          <a:p>
            <a:pPr marL="457200" lvl="1" indent="0">
              <a:buNone/>
            </a:pPr>
            <a:r>
              <a:rPr lang="en-US" sz="5500" dirty="0"/>
              <a:t>Collect initial data and familiarize with its structure and quality.</a:t>
            </a:r>
          </a:p>
          <a:p>
            <a:pPr marL="457200" lvl="1" indent="0">
              <a:buNone/>
            </a:pPr>
            <a:r>
              <a:rPr lang="en-US" sz="5500" dirty="0"/>
              <a:t>Explore data to identify patterns, anomalies, and key characteristics.</a:t>
            </a:r>
          </a:p>
          <a:p>
            <a:pPr marL="457200" lvl="1" indent="0">
              <a:buNone/>
            </a:pPr>
            <a:r>
              <a:rPr lang="en-US" sz="5500" b="1" dirty="0"/>
              <a:t>Objective:</a:t>
            </a:r>
            <a:r>
              <a:rPr lang="en-US" sz="5500" dirty="0"/>
              <a:t> Develop an understanding of the data’s relevance to business goals.</a:t>
            </a:r>
          </a:p>
          <a:p>
            <a:pPr marL="152400" indent="0">
              <a:buNone/>
            </a:pPr>
            <a:r>
              <a:rPr lang="en-US" sz="5500" b="1" dirty="0"/>
              <a:t>3. Data Preparation</a:t>
            </a:r>
            <a:endParaRPr lang="en-US" sz="5500" dirty="0"/>
          </a:p>
          <a:p>
            <a:pPr marL="457200" lvl="1" indent="0">
              <a:buNone/>
            </a:pPr>
            <a:r>
              <a:rPr lang="en-US" sz="5500" dirty="0"/>
              <a:t>Clean and preprocess data by handling missing values, formatting issues, and outliers.</a:t>
            </a:r>
          </a:p>
          <a:p>
            <a:pPr marL="457200" lvl="1" indent="0">
              <a:buNone/>
            </a:pPr>
            <a:r>
              <a:rPr lang="en-US" sz="5500" dirty="0"/>
              <a:t>Integrate multiple data sources for analysis.</a:t>
            </a:r>
          </a:p>
          <a:p>
            <a:pPr marL="457200" lvl="1" indent="0">
              <a:buNone/>
            </a:pPr>
            <a:r>
              <a:rPr lang="en-US" sz="5500" b="1" dirty="0"/>
              <a:t>Objective:</a:t>
            </a:r>
            <a:r>
              <a:rPr lang="en-US" sz="5500" dirty="0"/>
              <a:t> Ensure the data is structured properly for modeling and analysis.</a:t>
            </a:r>
          </a:p>
          <a:p>
            <a:endParaRPr lang="en-US" dirty="0"/>
          </a:p>
        </p:txBody>
      </p:sp>
    </p:spTree>
    <p:extLst>
      <p:ext uri="{BB962C8B-B14F-4D97-AF65-F5344CB8AC3E}">
        <p14:creationId xmlns:p14="http://schemas.microsoft.com/office/powerpoint/2010/main" val="1856589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87E7-CC69-7E37-EBB0-DC5B28984B99}"/>
              </a:ext>
            </a:extLst>
          </p:cNvPr>
          <p:cNvSpPr>
            <a:spLocks noGrp="1"/>
          </p:cNvSpPr>
          <p:nvPr>
            <p:ph type="title" idx="4294967295"/>
          </p:nvPr>
        </p:nvSpPr>
        <p:spPr>
          <a:xfrm>
            <a:off x="386499" y="663047"/>
            <a:ext cx="7861954" cy="624934"/>
          </a:xfrm>
        </p:spPr>
        <p:txBody>
          <a:bodyPr>
            <a:normAutofit/>
          </a:bodyPr>
          <a:lstStyle/>
          <a:p>
            <a:r>
              <a:rPr lang="en-US" b="1" dirty="0">
                <a:solidFill>
                  <a:srgbClr val="000080"/>
                </a:solidFill>
              </a:rPr>
              <a:t>Phases of CRISP-DM</a:t>
            </a:r>
            <a:endParaRPr lang="en-US" dirty="0">
              <a:solidFill>
                <a:srgbClr val="000080"/>
              </a:solidFill>
            </a:endParaRPr>
          </a:p>
        </p:txBody>
      </p:sp>
      <p:sp>
        <p:nvSpPr>
          <p:cNvPr id="3" name="Content Placeholder 2">
            <a:extLst>
              <a:ext uri="{FF2B5EF4-FFF2-40B4-BE49-F238E27FC236}">
                <a16:creationId xmlns:a16="http://schemas.microsoft.com/office/drawing/2014/main" id="{8FD07834-AA49-90F7-747F-03AC15971CF9}"/>
              </a:ext>
            </a:extLst>
          </p:cNvPr>
          <p:cNvSpPr>
            <a:spLocks noGrp="1"/>
          </p:cNvSpPr>
          <p:nvPr>
            <p:ph idx="4294967295"/>
          </p:nvPr>
        </p:nvSpPr>
        <p:spPr>
          <a:xfrm>
            <a:off x="386499" y="1818899"/>
            <a:ext cx="8229600" cy="4525962"/>
          </a:xfrm>
        </p:spPr>
        <p:txBody>
          <a:bodyPr>
            <a:normAutofit fontScale="32500" lnSpcReduction="20000"/>
          </a:bodyPr>
          <a:lstStyle/>
          <a:p>
            <a:pPr marL="0" indent="0">
              <a:buNone/>
            </a:pPr>
            <a:r>
              <a:rPr lang="en-US" sz="5500" b="1" dirty="0"/>
              <a:t>4. Modeling</a:t>
            </a:r>
            <a:endParaRPr lang="en-US" sz="5500" dirty="0"/>
          </a:p>
          <a:p>
            <a:pPr marL="457200" lvl="1" indent="0">
              <a:buNone/>
            </a:pPr>
            <a:r>
              <a:rPr lang="en-US" sz="5500" dirty="0"/>
              <a:t>Select appropriate modeling techniques (e.g., regression, classification).</a:t>
            </a:r>
          </a:p>
          <a:p>
            <a:pPr marL="457200" lvl="1" indent="0">
              <a:buNone/>
            </a:pPr>
            <a:r>
              <a:rPr lang="en-US" sz="5500" dirty="0"/>
              <a:t>Train machine learning models using prepared data.</a:t>
            </a:r>
          </a:p>
          <a:p>
            <a:pPr marL="457200" lvl="1" indent="0">
              <a:buNone/>
            </a:pPr>
            <a:r>
              <a:rPr lang="en-US" sz="5500" dirty="0"/>
              <a:t>Tune models to optimize performance.</a:t>
            </a:r>
          </a:p>
          <a:p>
            <a:pPr marL="457200" lvl="1" indent="0">
              <a:buNone/>
            </a:pPr>
            <a:r>
              <a:rPr lang="en-US" sz="5500" b="1" dirty="0"/>
              <a:t>Objective:</a:t>
            </a:r>
            <a:r>
              <a:rPr lang="en-US" sz="5500" dirty="0"/>
              <a:t> Build predictive or descriptive models to address the business challenge.</a:t>
            </a:r>
          </a:p>
          <a:p>
            <a:pPr marL="0" indent="0">
              <a:buNone/>
            </a:pPr>
            <a:r>
              <a:rPr lang="en-US" sz="5500" b="1" dirty="0"/>
              <a:t>5. Evaluation</a:t>
            </a:r>
            <a:endParaRPr lang="en-US" sz="5500" dirty="0"/>
          </a:p>
          <a:p>
            <a:pPr marL="457200" lvl="1" indent="0">
              <a:buNone/>
            </a:pPr>
            <a:r>
              <a:rPr lang="en-US" sz="5500" dirty="0"/>
              <a:t>Assess the model's accuracy and usefulness in solving the business problem.</a:t>
            </a:r>
          </a:p>
          <a:p>
            <a:pPr marL="457200" lvl="1" indent="0">
              <a:buNone/>
            </a:pPr>
            <a:r>
              <a:rPr lang="en-US" sz="5500" dirty="0"/>
              <a:t>Compare multiple models and validate them with real-world data.</a:t>
            </a:r>
          </a:p>
          <a:p>
            <a:pPr marL="457200" lvl="1" indent="0">
              <a:buNone/>
            </a:pPr>
            <a:r>
              <a:rPr lang="en-US" sz="5500" b="1" dirty="0"/>
              <a:t>Objective:</a:t>
            </a:r>
            <a:r>
              <a:rPr lang="en-US" sz="5500" dirty="0"/>
              <a:t> Ensure the model aligns with business requirements and delivers actionable insights.</a:t>
            </a:r>
          </a:p>
          <a:p>
            <a:pPr marL="0" indent="0">
              <a:buNone/>
            </a:pPr>
            <a:r>
              <a:rPr lang="en-US" sz="5500" b="1" dirty="0"/>
              <a:t>6. Deployment</a:t>
            </a:r>
            <a:endParaRPr lang="en-US" sz="5500" dirty="0"/>
          </a:p>
          <a:p>
            <a:pPr marL="457200" lvl="1" indent="0">
              <a:buNone/>
            </a:pPr>
            <a:r>
              <a:rPr lang="en-US" sz="5500" dirty="0"/>
              <a:t>Integrate the model into the business process, ensuring it can generate value continuously.</a:t>
            </a:r>
          </a:p>
          <a:p>
            <a:pPr marL="457200" lvl="1" indent="0">
              <a:buNone/>
            </a:pPr>
            <a:r>
              <a:rPr lang="en-US" sz="5500" dirty="0"/>
              <a:t>Monitor the model’s performance over time and make necessary adjustments.</a:t>
            </a:r>
          </a:p>
          <a:p>
            <a:pPr marL="457200" lvl="1" indent="0">
              <a:buNone/>
            </a:pPr>
            <a:r>
              <a:rPr lang="en-US" sz="5500" b="1" dirty="0"/>
              <a:t>Objective:</a:t>
            </a:r>
            <a:r>
              <a:rPr lang="en-US" sz="5500" dirty="0"/>
              <a:t> Operationalize the data science solution for sustained business benefits.</a:t>
            </a:r>
          </a:p>
          <a:p>
            <a:endParaRPr lang="en-US" dirty="0"/>
          </a:p>
        </p:txBody>
      </p:sp>
    </p:spTree>
    <p:extLst>
      <p:ext uri="{BB962C8B-B14F-4D97-AF65-F5344CB8AC3E}">
        <p14:creationId xmlns:p14="http://schemas.microsoft.com/office/powerpoint/2010/main" val="1908148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7014" y="730512"/>
            <a:ext cx="6994689" cy="622300"/>
          </a:xfrm>
        </p:spPr>
        <p:txBody>
          <a:bodyPr>
            <a:noAutofit/>
          </a:bodyPr>
          <a:lstStyle/>
          <a:p>
            <a:r>
              <a:rPr b="1" dirty="0">
                <a:solidFill>
                  <a:srgbClr val="000080"/>
                </a:solidFill>
              </a:rPr>
              <a:t>McDonald's Case Study</a:t>
            </a:r>
            <a:r>
              <a:rPr lang="en-US" b="1" dirty="0">
                <a:solidFill>
                  <a:srgbClr val="000080"/>
                </a:solidFill>
              </a:rPr>
              <a:t>: Breakdown</a:t>
            </a:r>
            <a:endParaRPr b="1" dirty="0">
              <a:solidFill>
                <a:srgbClr val="000080"/>
              </a:solidFill>
            </a:endParaRPr>
          </a:p>
        </p:txBody>
      </p:sp>
      <p:sp>
        <p:nvSpPr>
          <p:cNvPr id="3" name="Content Placeholder 2"/>
          <p:cNvSpPr>
            <a:spLocks noGrp="1"/>
          </p:cNvSpPr>
          <p:nvPr>
            <p:ph idx="4294967295"/>
          </p:nvPr>
        </p:nvSpPr>
        <p:spPr>
          <a:xfrm>
            <a:off x="227014" y="1842514"/>
            <a:ext cx="8643610" cy="4084376"/>
          </a:xfrm>
        </p:spPr>
        <p:txBody>
          <a:bodyPr>
            <a:noAutofit/>
          </a:bodyPr>
          <a:lstStyle/>
          <a:p>
            <a:pPr marL="0" indent="0">
              <a:buNone/>
            </a:pPr>
            <a:r>
              <a:rPr lang="en-US" sz="1800" b="1" dirty="0"/>
              <a:t>1. Business Understanding</a:t>
            </a:r>
          </a:p>
          <a:p>
            <a:pPr marL="0" indent="0">
              <a:buNone/>
            </a:pPr>
            <a:r>
              <a:rPr lang="en-US" sz="1800" dirty="0"/>
              <a:t>The first step is to understand the business objectives, the desired outcomes, and how data can contribute to achieving those goals. For McDonald's, the objectives might include:</a:t>
            </a:r>
          </a:p>
          <a:p>
            <a:r>
              <a:rPr lang="en-US" sz="1800" b="1" dirty="0"/>
              <a:t>Increasing customer satisfaction</a:t>
            </a:r>
            <a:r>
              <a:rPr lang="en-US" sz="1800" dirty="0"/>
              <a:t>: By improving service speed, food quality, or menu personalization.</a:t>
            </a:r>
          </a:p>
          <a:p>
            <a:r>
              <a:rPr lang="en-US" sz="1800" b="1" dirty="0"/>
              <a:t>Enhancing profitability</a:t>
            </a:r>
            <a:r>
              <a:rPr lang="en-US" sz="1800" dirty="0"/>
              <a:t>: By optimizing supply chain management, reducing waste, or improving pricing strategies.</a:t>
            </a:r>
          </a:p>
          <a:p>
            <a:r>
              <a:rPr lang="en-US" sz="1800" b="1" dirty="0"/>
              <a:t>Boosting operational efficiency</a:t>
            </a:r>
            <a:r>
              <a:rPr lang="en-US" sz="1800" dirty="0"/>
              <a:t>: By reducing wait times, streamlining kitchen operations, or optimizing staffing.</a:t>
            </a:r>
          </a:p>
          <a:p>
            <a:r>
              <a:rPr lang="en-US" sz="1800" b="1" dirty="0"/>
              <a:t>Identifying customer trends</a:t>
            </a:r>
            <a:r>
              <a:rPr lang="en-US" sz="1800" dirty="0"/>
              <a:t>: Through analysis of menu preferences, order patterns, and geographical differences.</a:t>
            </a:r>
          </a:p>
          <a:p>
            <a:pPr marL="0" indent="0">
              <a:buNone/>
            </a:pPr>
            <a:endParaRPr sz="1800" b="0" dirty="0">
              <a:solidFill>
                <a:srgbClr val="0000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8438" y="782638"/>
            <a:ext cx="7126664" cy="773112"/>
          </a:xfrm>
        </p:spPr>
        <p:txBody>
          <a:bodyPr>
            <a:noAutofit/>
          </a:bodyPr>
          <a:lstStyle/>
          <a:p>
            <a:r>
              <a:rPr b="1" dirty="0">
                <a:solidFill>
                  <a:srgbClr val="000080"/>
                </a:solidFill>
              </a:rPr>
              <a:t>McDonald's Case Study</a:t>
            </a:r>
            <a:r>
              <a:rPr lang="en-US" b="1" dirty="0">
                <a:solidFill>
                  <a:srgbClr val="000080"/>
                </a:solidFill>
              </a:rPr>
              <a:t> : Breakdown</a:t>
            </a:r>
            <a:endParaRPr b="1" dirty="0">
              <a:solidFill>
                <a:srgbClr val="000080"/>
              </a:solidFill>
            </a:endParaRPr>
          </a:p>
        </p:txBody>
      </p:sp>
      <p:sp>
        <p:nvSpPr>
          <p:cNvPr id="3" name="Content Placeholder 2"/>
          <p:cNvSpPr>
            <a:spLocks noGrp="1"/>
          </p:cNvSpPr>
          <p:nvPr>
            <p:ph idx="4294967295"/>
          </p:nvPr>
        </p:nvSpPr>
        <p:spPr>
          <a:xfrm>
            <a:off x="197963" y="1914753"/>
            <a:ext cx="8747599" cy="3499833"/>
          </a:xfrm>
        </p:spPr>
        <p:txBody>
          <a:bodyPr>
            <a:noAutofit/>
          </a:bodyPr>
          <a:lstStyle/>
          <a:p>
            <a:pPr marL="0" indent="0">
              <a:buNone/>
            </a:pPr>
            <a:r>
              <a:rPr lang="en-US" sz="1800" b="1" dirty="0"/>
              <a:t>2. Data Understanding</a:t>
            </a:r>
          </a:p>
          <a:p>
            <a:pPr marL="0" indent="0">
              <a:buNone/>
            </a:pPr>
            <a:r>
              <a:rPr lang="en-US" sz="1800" dirty="0"/>
              <a:t>The next step is gathering and exploring the available data to gain insights into the challenges or opportunities facing McDonald's.</a:t>
            </a:r>
          </a:p>
          <a:p>
            <a:pPr marL="0" indent="0">
              <a:buNone/>
            </a:pPr>
            <a:r>
              <a:rPr lang="en-US" sz="1800" dirty="0"/>
              <a:t>Potential </a:t>
            </a:r>
            <a:r>
              <a:rPr lang="en-US" sz="1800" b="1" dirty="0"/>
              <a:t>Data Sources</a:t>
            </a:r>
            <a:r>
              <a:rPr lang="en-US" sz="1800" dirty="0"/>
              <a:t>:</a:t>
            </a:r>
          </a:p>
          <a:p>
            <a:r>
              <a:rPr lang="en-US" sz="1800" b="1" dirty="0"/>
              <a:t>Point of Sale (POS) Data</a:t>
            </a:r>
            <a:r>
              <a:rPr lang="en-US" sz="1800" dirty="0"/>
              <a:t>: Sales volume, average order value, popular menu items, peak order times, etc.</a:t>
            </a:r>
          </a:p>
          <a:p>
            <a:r>
              <a:rPr lang="en-US" sz="1800" b="1" dirty="0"/>
              <a:t>Customer Feedback &amp; Surveys</a:t>
            </a:r>
            <a:r>
              <a:rPr lang="en-US" sz="1800" dirty="0"/>
              <a:t>: Ratings on food quality, service speed, cleanliness, etc.</a:t>
            </a:r>
          </a:p>
          <a:p>
            <a:r>
              <a:rPr lang="en-US" sz="1800" b="1" dirty="0"/>
              <a:t>Supply Chain Data</a:t>
            </a:r>
            <a:r>
              <a:rPr lang="en-US" sz="1800" dirty="0"/>
              <a:t>: Inventory levels, supplier delivery times, food costs, etc.</a:t>
            </a:r>
          </a:p>
          <a:p>
            <a:r>
              <a:rPr lang="en-US" sz="1800" b="1" dirty="0"/>
              <a:t>Operational Data</a:t>
            </a:r>
            <a:r>
              <a:rPr lang="en-US" sz="1800" dirty="0"/>
              <a:t>: Employee shift patterns, kitchen efficiency, order preparation time, etc.</a:t>
            </a:r>
          </a:p>
          <a:p>
            <a:r>
              <a:rPr lang="en-US" sz="1800" b="1" dirty="0"/>
              <a:t>Marketing Data</a:t>
            </a:r>
            <a:r>
              <a:rPr lang="en-US" sz="1800" dirty="0"/>
              <a:t>: Campaign effectiveness, promotions, customer demographics, etc.</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279560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3951" y="809133"/>
            <a:ext cx="8229600" cy="635000"/>
          </a:xfrm>
        </p:spPr>
        <p:txBody>
          <a:bodyPr>
            <a:noAutofit/>
          </a:bodyPr>
          <a:lstStyle/>
          <a:p>
            <a:r>
              <a:rPr lang="en-US" b="1" dirty="0">
                <a:solidFill>
                  <a:srgbClr val="000080"/>
                </a:solidFill>
              </a:rPr>
              <a:t>McDonald's Case Study : Breakdown</a:t>
            </a:r>
          </a:p>
        </p:txBody>
      </p:sp>
      <p:sp>
        <p:nvSpPr>
          <p:cNvPr id="3" name="Content Placeholder 2"/>
          <p:cNvSpPr>
            <a:spLocks noGrp="1"/>
          </p:cNvSpPr>
          <p:nvPr>
            <p:ph idx="4294967295"/>
          </p:nvPr>
        </p:nvSpPr>
        <p:spPr>
          <a:xfrm>
            <a:off x="131975" y="1953215"/>
            <a:ext cx="8880050" cy="3768725"/>
          </a:xfrm>
        </p:spPr>
        <p:txBody>
          <a:bodyPr>
            <a:noAutofit/>
          </a:bodyPr>
          <a:lstStyle/>
          <a:p>
            <a:pPr marL="0" indent="0">
              <a:buNone/>
            </a:pPr>
            <a:r>
              <a:rPr lang="en-US" sz="1800" b="1" dirty="0"/>
              <a:t>3. Data Preparation</a:t>
            </a:r>
          </a:p>
          <a:p>
            <a:pPr marL="0" indent="0">
              <a:buNone/>
            </a:pPr>
            <a:r>
              <a:rPr lang="en-US" sz="1800" dirty="0"/>
              <a:t>In this phase, data must be cleaned, transformed, and integrated into a form that can be analyzed. This often involves:</a:t>
            </a:r>
          </a:p>
          <a:p>
            <a:r>
              <a:rPr lang="en-US" sz="1800" b="1" dirty="0"/>
              <a:t>Handling Missing Data</a:t>
            </a:r>
            <a:r>
              <a:rPr lang="en-US" sz="1800" dirty="0"/>
              <a:t>: Replacing missing customer feedback or incomplete order information.</a:t>
            </a:r>
          </a:p>
          <a:p>
            <a:r>
              <a:rPr lang="en-US" sz="1800" b="1" dirty="0"/>
              <a:t>Data Normalization</a:t>
            </a:r>
            <a:r>
              <a:rPr lang="en-US" sz="1800" dirty="0"/>
              <a:t>: Standardizing data formats (e.g., sales in different currencies).</a:t>
            </a:r>
          </a:p>
          <a:p>
            <a:r>
              <a:rPr lang="en-US" sz="1800" b="1" dirty="0"/>
              <a:t>Feature Engineering</a:t>
            </a:r>
            <a:r>
              <a:rPr lang="en-US" sz="1800" dirty="0"/>
              <a:t>: Creating new variables such as average order value per customer or daily profit margins.</a:t>
            </a:r>
          </a:p>
          <a:p>
            <a:r>
              <a:rPr lang="en-US" sz="1800" b="1" dirty="0"/>
              <a:t>Data Segmentation</a:t>
            </a:r>
            <a:r>
              <a:rPr lang="en-US" sz="1800" dirty="0"/>
              <a:t>: Grouping customers by age, region, or frequency of visit for targeted analysis.</a:t>
            </a:r>
          </a:p>
          <a:p>
            <a:pPr marL="0" indent="0">
              <a:buNone/>
            </a:pPr>
            <a:r>
              <a:rPr lang="en-US" sz="1800" dirty="0"/>
              <a:t>Example: Preparing </a:t>
            </a:r>
            <a:r>
              <a:rPr lang="en-US" sz="1800" b="1" dirty="0"/>
              <a:t>POS data</a:t>
            </a:r>
            <a:r>
              <a:rPr lang="en-US" sz="1800" dirty="0"/>
              <a:t> across all McDonald's locations, ensuring it aligns with customer feedback and marketing campaigns to identify trends.</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104070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4969" y="789266"/>
            <a:ext cx="8229600" cy="662462"/>
          </a:xfrm>
        </p:spPr>
        <p:txBody>
          <a:bodyPr>
            <a:noAutofit/>
          </a:bodyPr>
          <a:lstStyle/>
          <a:p>
            <a:r>
              <a:rPr lang="en-US" b="1" dirty="0">
                <a:solidFill>
                  <a:srgbClr val="000080"/>
                </a:solidFill>
              </a:rPr>
              <a:t>McDonald's Case Study : Breakdown</a:t>
            </a:r>
          </a:p>
        </p:txBody>
      </p:sp>
      <p:sp>
        <p:nvSpPr>
          <p:cNvPr id="3" name="Content Placeholder 2"/>
          <p:cNvSpPr>
            <a:spLocks noGrp="1"/>
          </p:cNvSpPr>
          <p:nvPr>
            <p:ph idx="4294967295"/>
          </p:nvPr>
        </p:nvSpPr>
        <p:spPr>
          <a:xfrm>
            <a:off x="164969" y="1818030"/>
            <a:ext cx="8814062" cy="4373563"/>
          </a:xfrm>
        </p:spPr>
        <p:txBody>
          <a:bodyPr>
            <a:noAutofit/>
          </a:bodyPr>
          <a:lstStyle/>
          <a:p>
            <a:pPr marL="0" indent="0">
              <a:buNone/>
            </a:pPr>
            <a:r>
              <a:rPr lang="en-US" sz="1800" b="1" dirty="0"/>
              <a:t>4. Modeling</a:t>
            </a:r>
          </a:p>
          <a:p>
            <a:pPr marL="0" indent="0">
              <a:buNone/>
            </a:pPr>
            <a:r>
              <a:rPr lang="en-US" sz="1800" dirty="0"/>
              <a:t>Here, various statistical and machine learning models are built to solve specific business questions. For McDonald's, some common techniques might include:</a:t>
            </a:r>
          </a:p>
          <a:p>
            <a:r>
              <a:rPr lang="en-US" sz="1800" b="1" dirty="0"/>
              <a:t>Predictive Modeling</a:t>
            </a:r>
            <a:r>
              <a:rPr lang="en-US" sz="1800" dirty="0"/>
              <a:t>: Using historical sales data to predict future demand, seasonal trends, or customer footfall.</a:t>
            </a:r>
          </a:p>
          <a:p>
            <a:r>
              <a:rPr lang="en-US" sz="1800" b="1" dirty="0"/>
              <a:t>Clustering</a:t>
            </a:r>
            <a:r>
              <a:rPr lang="en-US" sz="1800" dirty="0"/>
              <a:t>: Segmenting customers based on their order history, frequency of visits, or preferences to identify target groups for personalized marketing.</a:t>
            </a:r>
          </a:p>
          <a:p>
            <a:r>
              <a:rPr lang="en-US" sz="1800" b="1" dirty="0"/>
              <a:t>Sentiment Analysis</a:t>
            </a:r>
            <a:r>
              <a:rPr lang="en-US" sz="1800" dirty="0"/>
              <a:t>: Analyzing customer reviews and social media posts to measure customer sentiment and areas of improvement.</a:t>
            </a:r>
          </a:p>
          <a:p>
            <a:r>
              <a:rPr lang="en-US" sz="1800" b="1" dirty="0"/>
              <a:t>Optimization Models</a:t>
            </a:r>
            <a:r>
              <a:rPr lang="en-US" sz="1800" dirty="0"/>
              <a:t>: For supply chain and staffing, ensuring that resources are allocated in the most cost-effective way.</a:t>
            </a:r>
          </a:p>
          <a:p>
            <a:pPr marL="0" indent="0">
              <a:buNone/>
            </a:pPr>
            <a:r>
              <a:rPr lang="en-US" sz="1800" dirty="0"/>
              <a:t>Example: A </a:t>
            </a:r>
            <a:r>
              <a:rPr lang="en-US" sz="1800" b="1" dirty="0"/>
              <a:t>predictive model</a:t>
            </a:r>
            <a:r>
              <a:rPr lang="en-US" sz="1800" dirty="0"/>
              <a:t> that estimates the likely success of a new menu item based on similar past launches and customer preferences.</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3411263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0828" y="791941"/>
            <a:ext cx="8229600" cy="744538"/>
          </a:xfrm>
        </p:spPr>
        <p:txBody>
          <a:bodyPr>
            <a:noAutofit/>
          </a:bodyPr>
          <a:lstStyle/>
          <a:p>
            <a:r>
              <a:rPr b="1" dirty="0">
                <a:solidFill>
                  <a:srgbClr val="000080"/>
                </a:solidFill>
              </a:rPr>
              <a:t>McDonald's </a:t>
            </a:r>
            <a:r>
              <a:rPr lang="en-US" b="1" dirty="0">
                <a:solidFill>
                  <a:srgbClr val="000080"/>
                </a:solidFill>
              </a:rPr>
              <a:t>Case Study : Breakdown</a:t>
            </a:r>
            <a:endParaRPr b="1" dirty="0">
              <a:solidFill>
                <a:srgbClr val="000080"/>
              </a:solidFill>
            </a:endParaRPr>
          </a:p>
        </p:txBody>
      </p:sp>
      <p:sp>
        <p:nvSpPr>
          <p:cNvPr id="3" name="Content Placeholder 2"/>
          <p:cNvSpPr>
            <a:spLocks noGrp="1"/>
          </p:cNvSpPr>
          <p:nvPr>
            <p:ph idx="4294967295"/>
          </p:nvPr>
        </p:nvSpPr>
        <p:spPr>
          <a:xfrm>
            <a:off x="150828" y="1905982"/>
            <a:ext cx="8823489" cy="3693540"/>
          </a:xfrm>
        </p:spPr>
        <p:txBody>
          <a:bodyPr>
            <a:noAutofit/>
          </a:bodyPr>
          <a:lstStyle/>
          <a:p>
            <a:pPr marL="0" indent="0">
              <a:buNone/>
            </a:pPr>
            <a:r>
              <a:rPr lang="en-US" sz="1800" b="1" dirty="0"/>
              <a:t>5. Evaluation</a:t>
            </a:r>
          </a:p>
          <a:p>
            <a:pPr marL="0" indent="0">
              <a:buNone/>
            </a:pPr>
            <a:r>
              <a:rPr lang="en-US" sz="1800" dirty="0"/>
              <a:t>Once models are built, their performance must be evaluated to ensure they meet the business objectives and provide accurate insights. This involves:</a:t>
            </a:r>
          </a:p>
          <a:p>
            <a:r>
              <a:rPr lang="en-US" sz="1800" b="1" dirty="0"/>
              <a:t>Model Accuracy</a:t>
            </a:r>
            <a:r>
              <a:rPr lang="en-US" sz="1800" dirty="0"/>
              <a:t>: Checking how well the model predictions match real-world outcomes (e.g., customer demand forecasts).</a:t>
            </a:r>
          </a:p>
          <a:p>
            <a:r>
              <a:rPr lang="en-US" sz="1800" b="1" dirty="0"/>
              <a:t>Business Validation</a:t>
            </a:r>
            <a:r>
              <a:rPr lang="en-US" sz="1800" dirty="0"/>
              <a:t>: Ensuring the models provide actionable insights (e.g., supply chain optimization reduces waste without causing stockouts).</a:t>
            </a:r>
          </a:p>
          <a:p>
            <a:r>
              <a:rPr lang="en-US" sz="1800" b="1" dirty="0"/>
              <a:t>Performance Metrics</a:t>
            </a:r>
            <a:r>
              <a:rPr lang="en-US" sz="1800" dirty="0"/>
              <a:t>: Measuring customer satisfaction, reduced wait times, increased sales, etc., as a result of implementing the model’s recommendations.</a:t>
            </a:r>
          </a:p>
          <a:p>
            <a:pPr marL="0" indent="0">
              <a:buNone/>
            </a:pPr>
            <a:r>
              <a:rPr lang="en-US" sz="1800" dirty="0"/>
              <a:t>Example: Testing a </a:t>
            </a:r>
            <a:r>
              <a:rPr lang="en-US" sz="1800" b="1" dirty="0"/>
              <a:t>demand forecast model</a:t>
            </a:r>
            <a:r>
              <a:rPr lang="en-US" sz="1800" dirty="0"/>
              <a:t> over a month and comparing its predictions to actual sales to measure accuracy.</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3290445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7390" y="818447"/>
            <a:ext cx="8229600" cy="733425"/>
          </a:xfrm>
        </p:spPr>
        <p:txBody>
          <a:bodyPr>
            <a:noAutofit/>
          </a:bodyPr>
          <a:lstStyle/>
          <a:p>
            <a:r>
              <a:rPr lang="en-US" b="1" dirty="0">
                <a:solidFill>
                  <a:srgbClr val="000080"/>
                </a:solidFill>
              </a:rPr>
              <a:t>McDonald's Case Study : Breakdown</a:t>
            </a:r>
          </a:p>
        </p:txBody>
      </p:sp>
      <p:sp>
        <p:nvSpPr>
          <p:cNvPr id="3" name="Content Placeholder 2"/>
          <p:cNvSpPr>
            <a:spLocks noGrp="1"/>
          </p:cNvSpPr>
          <p:nvPr>
            <p:ph idx="4294967295"/>
          </p:nvPr>
        </p:nvSpPr>
        <p:spPr>
          <a:xfrm>
            <a:off x="127262" y="1953903"/>
            <a:ext cx="8889475" cy="3661036"/>
          </a:xfrm>
        </p:spPr>
        <p:txBody>
          <a:bodyPr>
            <a:noAutofit/>
          </a:bodyPr>
          <a:lstStyle/>
          <a:p>
            <a:pPr marL="0" indent="0">
              <a:buNone/>
            </a:pPr>
            <a:r>
              <a:rPr lang="en-US" sz="1800" b="1" dirty="0"/>
              <a:t>6. Deployment</a:t>
            </a:r>
          </a:p>
          <a:p>
            <a:pPr marL="0" indent="0">
              <a:buNone/>
            </a:pPr>
            <a:r>
              <a:rPr lang="en-US" sz="1800" dirty="0"/>
              <a:t>In this phase, the insights gained from the models are implemented into McDonald’s day-to-day operations. This may involve:</a:t>
            </a:r>
          </a:p>
          <a:p>
            <a:r>
              <a:rPr lang="en-US" sz="1800" b="1" dirty="0"/>
              <a:t>Real-time dashboards</a:t>
            </a:r>
            <a:r>
              <a:rPr lang="en-US" sz="1800" dirty="0"/>
              <a:t>: For managers to monitor sales, staffing, inventory, and customer satisfaction.</a:t>
            </a:r>
          </a:p>
          <a:p>
            <a:r>
              <a:rPr lang="en-US" sz="1800" b="1" dirty="0"/>
              <a:t>Automated systems</a:t>
            </a:r>
            <a:r>
              <a:rPr lang="en-US" sz="1800" dirty="0"/>
              <a:t>: For replenishing inventory based on predictive models or optimizing staffing levels during peak hours.</a:t>
            </a:r>
          </a:p>
          <a:p>
            <a:r>
              <a:rPr lang="en-US" sz="1800" b="1" dirty="0"/>
              <a:t>Marketing strategies</a:t>
            </a:r>
            <a:r>
              <a:rPr lang="en-US" sz="1800" dirty="0"/>
              <a:t>: Based on customer segmentation to run targeted promotions or introduce new menu items that align with customer preferences.</a:t>
            </a:r>
          </a:p>
          <a:p>
            <a:pPr marL="0" indent="0">
              <a:buNone/>
            </a:pPr>
            <a:r>
              <a:rPr lang="en-US" sz="1800" dirty="0"/>
              <a:t>Example: Deploying a </a:t>
            </a:r>
            <a:r>
              <a:rPr lang="en-US" sz="1800" b="1" dirty="0"/>
              <a:t>real-time inventory management system</a:t>
            </a:r>
            <a:r>
              <a:rPr lang="en-US" sz="1800" dirty="0"/>
              <a:t> that automatically reorders ingredients based on demand forecasts.</a:t>
            </a:r>
          </a:p>
          <a:p>
            <a:pPr marL="0" indent="0">
              <a:buNone/>
            </a:pPr>
            <a:endParaRPr lang="en-US" sz="1800" b="0" dirty="0">
              <a:solidFill>
                <a:srgbClr val="000000"/>
              </a:solidFill>
              <a:latin typeface="Calibri"/>
            </a:endParaRPr>
          </a:p>
        </p:txBody>
      </p:sp>
    </p:spTree>
    <p:extLst>
      <p:ext uri="{BB962C8B-B14F-4D97-AF65-F5344CB8AC3E}">
        <p14:creationId xmlns:p14="http://schemas.microsoft.com/office/powerpoint/2010/main" val="1981626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2217" y="782736"/>
            <a:ext cx="8229600" cy="696912"/>
          </a:xfrm>
        </p:spPr>
        <p:txBody>
          <a:bodyPr>
            <a:noAutofit/>
          </a:bodyPr>
          <a:lstStyle/>
          <a:p>
            <a:r>
              <a:rPr lang="en-US" b="1" dirty="0">
                <a:solidFill>
                  <a:srgbClr val="000080"/>
                </a:solidFill>
              </a:rPr>
              <a:t>McDonald's Issue Analysis and Solutions</a:t>
            </a:r>
          </a:p>
        </p:txBody>
      </p:sp>
      <p:sp>
        <p:nvSpPr>
          <p:cNvPr id="3" name="Content Placeholder 2"/>
          <p:cNvSpPr>
            <a:spLocks noGrp="1"/>
          </p:cNvSpPr>
          <p:nvPr>
            <p:ph idx="4294967295"/>
          </p:nvPr>
        </p:nvSpPr>
        <p:spPr>
          <a:xfrm>
            <a:off x="141287" y="1755253"/>
            <a:ext cx="8861425" cy="4844444"/>
          </a:xfrm>
        </p:spPr>
        <p:txBody>
          <a:bodyPr>
            <a:normAutofit/>
          </a:bodyPr>
          <a:lstStyle/>
          <a:p>
            <a:pPr marL="0" indent="0">
              <a:buNone/>
            </a:pPr>
            <a:r>
              <a:rPr lang="en-US" sz="1800" b="1" dirty="0"/>
              <a:t>1. Drive-Thru Wait Times</a:t>
            </a:r>
          </a:p>
          <a:p>
            <a:pPr marL="0" indent="0">
              <a:buNone/>
            </a:pPr>
            <a:r>
              <a:rPr lang="en-US" sz="1800" b="1" dirty="0"/>
              <a:t>Problem</a:t>
            </a:r>
            <a:r>
              <a:rPr lang="en-US" sz="1800" dirty="0"/>
              <a:t>: Long drive-thru wait times are frustrating for customers, leading to lower satisfaction, negative reviews, and lost business.</a:t>
            </a:r>
          </a:p>
          <a:p>
            <a:pPr marL="0" indent="0">
              <a:buNone/>
            </a:pPr>
            <a:r>
              <a:rPr lang="en-US" sz="1800" b="1" dirty="0"/>
              <a:t>Solution</a:t>
            </a:r>
            <a:r>
              <a:rPr lang="en-US" sz="1800" dirty="0"/>
              <a:t>:</a:t>
            </a:r>
          </a:p>
          <a:p>
            <a:r>
              <a:rPr lang="en-US" sz="1800" b="1" dirty="0"/>
              <a:t>Real-Time Traffic Monitoring</a:t>
            </a:r>
            <a:r>
              <a:rPr lang="en-US" sz="1800" dirty="0"/>
              <a:t>: Use real-time data analytics to predict peak traffic and adjust staffing levels accordingly. For example, if we know a certain location tends to get crowded around 12:30 PM, more employees should be scheduled for that window.</a:t>
            </a:r>
          </a:p>
          <a:p>
            <a:r>
              <a:rPr lang="en-US" sz="1800" b="1" dirty="0"/>
              <a:t>Order Pre-Preparation</a:t>
            </a:r>
            <a:r>
              <a:rPr lang="en-US" sz="1800" dirty="0"/>
              <a:t>: Introduce partial pre-prep for popular items during peak hours. Instead of starting from scratch, staff can have common components like buns or sauces ready, which will cut down assembly time.</a:t>
            </a:r>
          </a:p>
          <a:p>
            <a:r>
              <a:rPr lang="en-US" sz="1800" b="1" dirty="0"/>
              <a:t>Mobile Ordering</a:t>
            </a:r>
            <a:r>
              <a:rPr lang="en-US" sz="1800" dirty="0"/>
              <a:t>: Push the mobile app more aggressively to encourage pre-orders. This way, customers can order ahead, and their food is ready by the time they arrive, bypassing the wait.</a:t>
            </a:r>
          </a:p>
          <a:p>
            <a:r>
              <a:rPr lang="en-US" sz="1800" b="1" dirty="0"/>
              <a:t>Staff Training</a:t>
            </a:r>
            <a:r>
              <a:rPr lang="en-US" sz="1800" dirty="0"/>
              <a:t>: Ensure that staff know how to optimize processes and multitask efficiently during rush hours. Training programs should focus on reducing human errors that slow down service times.</a:t>
            </a:r>
          </a:p>
          <a:p>
            <a:pPr marL="0" indent="0">
              <a:buNone/>
            </a:pPr>
            <a:endParaRPr sz="1800" b="0" dirty="0">
              <a:solidFill>
                <a:srgbClr val="0000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0138" y="749234"/>
            <a:ext cx="8229600" cy="639763"/>
          </a:xfrm>
        </p:spPr>
        <p:txBody>
          <a:bodyPr>
            <a:noAutofit/>
          </a:bodyPr>
          <a:lstStyle/>
          <a:p>
            <a:r>
              <a:rPr lang="en-US" b="1" dirty="0">
                <a:solidFill>
                  <a:srgbClr val="000080"/>
                </a:solidFill>
              </a:rPr>
              <a:t>McDonald's Issue Analysis and Solutions</a:t>
            </a:r>
            <a:endParaRPr b="1" dirty="0">
              <a:solidFill>
                <a:srgbClr val="000080"/>
              </a:solidFill>
            </a:endParaRPr>
          </a:p>
        </p:txBody>
      </p:sp>
      <p:sp>
        <p:nvSpPr>
          <p:cNvPr id="3" name="Content Placeholder 2"/>
          <p:cNvSpPr>
            <a:spLocks noGrp="1"/>
          </p:cNvSpPr>
          <p:nvPr>
            <p:ph idx="4294967295"/>
          </p:nvPr>
        </p:nvSpPr>
        <p:spPr>
          <a:xfrm>
            <a:off x="184150" y="1754597"/>
            <a:ext cx="8775700" cy="3968750"/>
          </a:xfrm>
        </p:spPr>
        <p:txBody>
          <a:bodyPr>
            <a:normAutofit lnSpcReduction="10000"/>
          </a:bodyPr>
          <a:lstStyle/>
          <a:p>
            <a:pPr marL="0" indent="0">
              <a:buNone/>
            </a:pPr>
            <a:r>
              <a:rPr lang="en-US" sz="1900" b="1" dirty="0"/>
              <a:t>2. Customer Satisfaction and Experience</a:t>
            </a:r>
          </a:p>
          <a:p>
            <a:pPr marL="0" indent="0">
              <a:buNone/>
            </a:pPr>
            <a:r>
              <a:rPr lang="en-US" sz="1900" b="1" dirty="0"/>
              <a:t>Problem</a:t>
            </a:r>
            <a:r>
              <a:rPr lang="en-US" sz="1900" dirty="0"/>
              <a:t>: Inconsistent food quality, service delays, and lack of personalization contribute to a decline in customer satisfaction.</a:t>
            </a:r>
          </a:p>
          <a:p>
            <a:pPr marL="0" indent="0">
              <a:buNone/>
            </a:pPr>
            <a:r>
              <a:rPr lang="en-US" sz="1900" b="1" dirty="0"/>
              <a:t>Solution</a:t>
            </a:r>
            <a:r>
              <a:rPr lang="en-US" sz="1900" dirty="0"/>
              <a:t>:</a:t>
            </a:r>
          </a:p>
          <a:p>
            <a:r>
              <a:rPr lang="en-US" sz="1900" b="1" dirty="0"/>
              <a:t>Personalized Ordering Experience</a:t>
            </a:r>
            <a:r>
              <a:rPr lang="en-US" sz="1900" dirty="0"/>
              <a:t>: Integrate data from loyalty programs or past orders to suggest customized meal options when customers order through the app or kiosk. This not only speeds up ordering but makes the customer feel valued.</a:t>
            </a:r>
          </a:p>
          <a:p>
            <a:r>
              <a:rPr lang="en-US" sz="1900" b="1" dirty="0"/>
              <a:t>Customer Feedback Loop</a:t>
            </a:r>
            <a:r>
              <a:rPr lang="en-US" sz="1900" dirty="0"/>
              <a:t>: Utilize feedback tools like post-purchase surveys or social media listening to understand where customers are dissatisfied. Implement solutions like immediate apologies or compensations if a customer faces issues (e.g., a free item on their next visit).</a:t>
            </a:r>
          </a:p>
          <a:p>
            <a:r>
              <a:rPr lang="en-US" sz="1900" b="1" dirty="0"/>
              <a:t>Quality Control Analytics</a:t>
            </a:r>
            <a:r>
              <a:rPr lang="en-US" sz="1900" dirty="0"/>
              <a:t>: Use sensors or manual checks to monitor food consistency, especially for high-volume orders. If any items deviate from standard recipes, kitchen staff can be immediately alerted to fix the issue.</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271571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1529" y="755373"/>
            <a:ext cx="8229600" cy="601662"/>
          </a:xfrm>
        </p:spPr>
        <p:txBody>
          <a:bodyPr>
            <a:noAutofit/>
          </a:bodyPr>
          <a:lstStyle/>
          <a:p>
            <a:r>
              <a:rPr lang="en-US" b="1" dirty="0">
                <a:solidFill>
                  <a:srgbClr val="000080"/>
                </a:solidFill>
              </a:rPr>
              <a:t>McDonald's Issue Analysis and Solutions</a:t>
            </a:r>
            <a:endParaRPr b="1" dirty="0">
              <a:solidFill>
                <a:srgbClr val="000080"/>
              </a:solidFill>
            </a:endParaRPr>
          </a:p>
        </p:txBody>
      </p:sp>
      <p:sp>
        <p:nvSpPr>
          <p:cNvPr id="3" name="Content Placeholder 2"/>
          <p:cNvSpPr>
            <a:spLocks noGrp="1"/>
          </p:cNvSpPr>
          <p:nvPr>
            <p:ph idx="4294967295"/>
          </p:nvPr>
        </p:nvSpPr>
        <p:spPr>
          <a:xfrm>
            <a:off x="221529" y="1745776"/>
            <a:ext cx="8700941" cy="4733924"/>
          </a:xfrm>
        </p:spPr>
        <p:txBody>
          <a:bodyPr>
            <a:normAutofit/>
          </a:bodyPr>
          <a:lstStyle/>
          <a:p>
            <a:pPr marL="0" indent="0">
              <a:buNone/>
            </a:pPr>
            <a:r>
              <a:rPr lang="en-US" sz="1800" b="1" dirty="0"/>
              <a:t>3. Operational Efficiency</a:t>
            </a:r>
          </a:p>
          <a:p>
            <a:pPr marL="0" indent="0">
              <a:buNone/>
            </a:pPr>
            <a:r>
              <a:rPr lang="en-US" sz="1800" b="1" dirty="0"/>
              <a:t>Problem</a:t>
            </a:r>
            <a:r>
              <a:rPr lang="en-US" sz="1800" dirty="0"/>
              <a:t>: Inefficiencies in kitchen operations and underutilization of staff during peak times lead to delays in order fulfillment.</a:t>
            </a:r>
          </a:p>
          <a:p>
            <a:pPr marL="0" indent="0">
              <a:buNone/>
            </a:pPr>
            <a:r>
              <a:rPr lang="en-US" sz="1800" b="1" dirty="0"/>
              <a:t>Solution</a:t>
            </a:r>
            <a:r>
              <a:rPr lang="en-US" sz="1800" dirty="0"/>
              <a:t>:</a:t>
            </a:r>
          </a:p>
          <a:p>
            <a:r>
              <a:rPr lang="en-US" sz="1800" b="1" dirty="0"/>
              <a:t>Kitchen Process Optimization</a:t>
            </a:r>
            <a:r>
              <a:rPr lang="en-US" sz="1800" dirty="0"/>
              <a:t>: Conduct process mining to map out every stage of order preparation, from taking the order to serving it. Identify bottlenecks, like a delay in assembling a complex meal, and redesign the layout or workflow to smoothen operations.</a:t>
            </a:r>
          </a:p>
          <a:p>
            <a:r>
              <a:rPr lang="en-US" sz="1800" b="1" dirty="0"/>
              <a:t>Dynamic Staffing Algorithms</a:t>
            </a:r>
            <a:r>
              <a:rPr lang="en-US" sz="1800" dirty="0"/>
              <a:t>: Instead of manually adjusting staff schedules, implement machine learning models that use historical sales and customer traffic data to auto-adjust staffing levels in real-time. This ensures enough hands are available during rush hours without overstaffing during slow periods.</a:t>
            </a:r>
          </a:p>
          <a:p>
            <a:r>
              <a:rPr lang="en-US" sz="1800" b="1" dirty="0"/>
              <a:t>Technology Integration</a:t>
            </a:r>
            <a:r>
              <a:rPr lang="en-US" sz="1800" dirty="0"/>
              <a:t>: Consider equipping kitchens with predictive cooking tools that alert the team to start cooking certain items before the order even finishes processing, reducing overall preparation times.</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785150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0829" y="879505"/>
            <a:ext cx="8229600" cy="592137"/>
          </a:xfrm>
        </p:spPr>
        <p:txBody>
          <a:bodyPr>
            <a:noAutofit/>
          </a:bodyPr>
          <a:lstStyle/>
          <a:p>
            <a:r>
              <a:rPr lang="en-US" b="1" dirty="0">
                <a:solidFill>
                  <a:srgbClr val="000080"/>
                </a:solidFill>
              </a:rPr>
              <a:t>McDonald's Issue Analysis and Solutions</a:t>
            </a:r>
            <a:endParaRPr b="1" dirty="0">
              <a:solidFill>
                <a:srgbClr val="000080"/>
              </a:solidFill>
            </a:endParaRPr>
          </a:p>
        </p:txBody>
      </p:sp>
      <p:sp>
        <p:nvSpPr>
          <p:cNvPr id="3" name="Content Placeholder 2"/>
          <p:cNvSpPr>
            <a:spLocks noGrp="1"/>
          </p:cNvSpPr>
          <p:nvPr>
            <p:ph idx="4294967295"/>
          </p:nvPr>
        </p:nvSpPr>
        <p:spPr>
          <a:xfrm>
            <a:off x="150829" y="1881631"/>
            <a:ext cx="8851769" cy="4187825"/>
          </a:xfrm>
        </p:spPr>
        <p:txBody>
          <a:bodyPr>
            <a:normAutofit lnSpcReduction="10000"/>
          </a:bodyPr>
          <a:lstStyle/>
          <a:p>
            <a:pPr marL="0" indent="0">
              <a:buNone/>
            </a:pPr>
            <a:r>
              <a:rPr lang="en-US" sz="1800" b="1" dirty="0"/>
              <a:t>4. Profitability and Menu Engineering</a:t>
            </a:r>
          </a:p>
          <a:p>
            <a:pPr marL="0" indent="0">
              <a:buNone/>
            </a:pPr>
            <a:r>
              <a:rPr lang="en-US" sz="1800" b="1" dirty="0"/>
              <a:t>Problem</a:t>
            </a:r>
            <a:r>
              <a:rPr lang="en-US" sz="1800" dirty="0"/>
              <a:t>: Certain menu items aren’t as profitable or popular, while rising costs squeeze margins.</a:t>
            </a:r>
          </a:p>
          <a:p>
            <a:pPr marL="0" indent="0">
              <a:buNone/>
            </a:pPr>
            <a:r>
              <a:rPr lang="en-US" sz="1800" b="1" dirty="0"/>
              <a:t>Solution</a:t>
            </a:r>
            <a:r>
              <a:rPr lang="en-US" sz="1800" dirty="0"/>
              <a:t>:</a:t>
            </a:r>
          </a:p>
          <a:p>
            <a:r>
              <a:rPr lang="en-US" sz="1800" b="1" dirty="0"/>
              <a:t>Menu Simplification</a:t>
            </a:r>
            <a:r>
              <a:rPr lang="en-US" sz="1800" dirty="0"/>
              <a:t>: Perform a profitability analysis using sales data to determine which items underperform or generate lower profit margins. Phase out the least popular and least profitable items to streamline operations, reduce food wastage, and focus on bestsellers.</a:t>
            </a:r>
          </a:p>
          <a:p>
            <a:r>
              <a:rPr lang="en-US" sz="1800" b="1" dirty="0"/>
              <a:t>Promote High-Margin Items</a:t>
            </a:r>
            <a:r>
              <a:rPr lang="en-US" sz="1800" dirty="0"/>
              <a:t>: Identify which items have the highest profit margins and design marketing campaigns around them. For instance, if a particular combo meal generates better margins than individual items, promote the combo with limited-time discounts.</a:t>
            </a:r>
          </a:p>
          <a:p>
            <a:r>
              <a:rPr lang="en-US" sz="1800" b="1" dirty="0"/>
              <a:t>Dynamic Pricing</a:t>
            </a:r>
            <a:r>
              <a:rPr lang="en-US" sz="1800" dirty="0"/>
              <a:t>: Consider implementing dynamic pricing models during peak times. For example, prices could increase slightly during busy hours when customers are willing to pay a premium for convenience, and decrease during slow times to attract more traffic.</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1814047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524" y="812130"/>
            <a:ext cx="8229600" cy="620712"/>
          </a:xfrm>
        </p:spPr>
        <p:txBody>
          <a:bodyPr>
            <a:noAutofit/>
          </a:bodyPr>
          <a:lstStyle/>
          <a:p>
            <a:r>
              <a:rPr lang="en-US" b="1" dirty="0">
                <a:solidFill>
                  <a:srgbClr val="000080"/>
                </a:solidFill>
              </a:rPr>
              <a:t>McDonald's Issue Analysis and Solutions</a:t>
            </a:r>
            <a:endParaRPr b="1" dirty="0">
              <a:solidFill>
                <a:srgbClr val="000080"/>
              </a:solidFill>
            </a:endParaRPr>
          </a:p>
        </p:txBody>
      </p:sp>
      <p:sp>
        <p:nvSpPr>
          <p:cNvPr id="3" name="Content Placeholder 2"/>
          <p:cNvSpPr>
            <a:spLocks noGrp="1"/>
          </p:cNvSpPr>
          <p:nvPr>
            <p:ph idx="4294967295"/>
          </p:nvPr>
        </p:nvSpPr>
        <p:spPr>
          <a:xfrm>
            <a:off x="212103" y="1852219"/>
            <a:ext cx="8719794" cy="4448175"/>
          </a:xfrm>
        </p:spPr>
        <p:txBody>
          <a:bodyPr>
            <a:normAutofit/>
          </a:bodyPr>
          <a:lstStyle/>
          <a:p>
            <a:pPr marL="0" indent="0">
              <a:buNone/>
            </a:pPr>
            <a:r>
              <a:rPr lang="en-US" sz="1800" b="1" dirty="0"/>
              <a:t>5. Customer Trends and Market Preferences</a:t>
            </a:r>
          </a:p>
          <a:p>
            <a:pPr marL="0" indent="0">
              <a:buNone/>
            </a:pPr>
            <a:r>
              <a:rPr lang="en-US" sz="1800" b="1" dirty="0"/>
              <a:t>Problem</a:t>
            </a:r>
            <a:r>
              <a:rPr lang="en-US" sz="1800" dirty="0"/>
              <a:t>: Rapidly changing consumer preferences make it difficult to keep the menu relevant and appealing to diverse customer bases.</a:t>
            </a:r>
          </a:p>
          <a:p>
            <a:pPr marL="0" indent="0">
              <a:buNone/>
            </a:pPr>
            <a:r>
              <a:rPr lang="en-US" sz="1800" b="1" dirty="0"/>
              <a:t>Solution</a:t>
            </a:r>
            <a:r>
              <a:rPr lang="en-US" sz="1800" dirty="0"/>
              <a:t>:</a:t>
            </a:r>
          </a:p>
          <a:p>
            <a:r>
              <a:rPr lang="en-US" sz="1800" b="1" dirty="0"/>
              <a:t>Social Listening Tools</a:t>
            </a:r>
            <a:r>
              <a:rPr lang="en-US" sz="1800" dirty="0"/>
              <a:t>: Use social media monitoring tools to stay ahead of customer trends. If you notice a rising trend, like plant-based alternatives or specific regional preferences (like spice levels in India), respond quickly by adapting the menu.</a:t>
            </a:r>
          </a:p>
          <a:p>
            <a:r>
              <a:rPr lang="en-US" sz="1800" b="1" dirty="0"/>
              <a:t>Localized Menu Variants</a:t>
            </a:r>
            <a:r>
              <a:rPr lang="en-US" sz="1800" dirty="0"/>
              <a:t>: Consider tailoring the menu to different regions. For instance, in India, McDonald's could focus more on vegetarian options or introduce spicy variants of popular items, while other regions may prefer something else.</a:t>
            </a:r>
          </a:p>
          <a:p>
            <a:r>
              <a:rPr lang="en-US" sz="1800" b="1" dirty="0"/>
              <a:t>Customer Segmentation</a:t>
            </a:r>
            <a:r>
              <a:rPr lang="en-US" sz="1800" dirty="0"/>
              <a:t>: Implement data-driven customer segmentation to better understand what different types of customers (e.g., millennials, families, value shoppers) are ordering. Create targeted marketing strategies and promotions for each segment to drive engagement.</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1727217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58219" y="869083"/>
            <a:ext cx="8229600" cy="676275"/>
          </a:xfrm>
        </p:spPr>
        <p:txBody>
          <a:bodyPr>
            <a:noAutofit/>
          </a:bodyPr>
          <a:lstStyle/>
          <a:p>
            <a:r>
              <a:rPr lang="en-US" b="1" dirty="0">
                <a:solidFill>
                  <a:srgbClr val="000080"/>
                </a:solidFill>
              </a:rPr>
              <a:t>McDonald's Issue Analysis and Solutions</a:t>
            </a:r>
            <a:endParaRPr b="1" dirty="0">
              <a:solidFill>
                <a:srgbClr val="000080"/>
              </a:solidFill>
            </a:endParaRPr>
          </a:p>
        </p:txBody>
      </p:sp>
      <p:sp>
        <p:nvSpPr>
          <p:cNvPr id="3" name="Content Placeholder 2"/>
          <p:cNvSpPr>
            <a:spLocks noGrp="1"/>
          </p:cNvSpPr>
          <p:nvPr>
            <p:ph idx="4294967295"/>
          </p:nvPr>
        </p:nvSpPr>
        <p:spPr>
          <a:xfrm>
            <a:off x="273377" y="2000774"/>
            <a:ext cx="8597245" cy="3365500"/>
          </a:xfrm>
        </p:spPr>
        <p:txBody>
          <a:bodyPr/>
          <a:lstStyle/>
          <a:p>
            <a:pPr marL="0" indent="0">
              <a:buNone/>
            </a:pPr>
            <a:r>
              <a:rPr lang="en-US" sz="1800" b="1" dirty="0"/>
              <a:t>6. Product Launches and Menu Item Success</a:t>
            </a:r>
          </a:p>
          <a:p>
            <a:pPr marL="0" indent="0">
              <a:buNone/>
            </a:pPr>
            <a:r>
              <a:rPr lang="en-US" sz="1800" b="1" dirty="0"/>
              <a:t>Problem</a:t>
            </a:r>
            <a:r>
              <a:rPr lang="en-US" sz="1800" dirty="0"/>
              <a:t>: New menu items often fail to gain traction or deliver the expected sales boost.</a:t>
            </a:r>
          </a:p>
          <a:p>
            <a:pPr marL="0" indent="0">
              <a:buNone/>
            </a:pPr>
            <a:r>
              <a:rPr lang="en-US" sz="1800" b="1" dirty="0"/>
              <a:t>Solution</a:t>
            </a:r>
            <a:r>
              <a:rPr lang="en-US" sz="1800" dirty="0"/>
              <a:t>:</a:t>
            </a:r>
          </a:p>
          <a:p>
            <a:pPr marL="0" indent="0">
              <a:buNone/>
            </a:pPr>
            <a:r>
              <a:rPr lang="en-US" sz="1800" b="1" dirty="0"/>
              <a:t>A/B Testing for Menu Items</a:t>
            </a:r>
            <a:r>
              <a:rPr lang="en-US" sz="1800" dirty="0"/>
              <a:t>: Rather than rolling out a new item across all stores, run pilot launches in select locations. Collect real-time data on sales, customer reviews, and production efficiency before deciding on a wider release. Adjust the item as needed based on feedback from the trial.</a:t>
            </a:r>
          </a:p>
          <a:p>
            <a:pPr marL="0" indent="0">
              <a:buNone/>
            </a:pPr>
            <a:r>
              <a:rPr lang="en-US" sz="1800" b="1" dirty="0"/>
              <a:t>Leverage Influencers and Digital Channels</a:t>
            </a:r>
            <a:r>
              <a:rPr lang="en-US" sz="1800" dirty="0"/>
              <a:t>: When rolling out new items, engage food influencers or local celebrities for promotions. Use social media, especially Instagram and TikTok, to create buzz around limited-time offers and new product launches.</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3362863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8536" y="935070"/>
            <a:ext cx="8229600" cy="667486"/>
          </a:xfrm>
        </p:spPr>
        <p:txBody>
          <a:bodyPr>
            <a:noAutofit/>
          </a:bodyPr>
          <a:lstStyle/>
          <a:p>
            <a:r>
              <a:rPr lang="en-US" b="1" dirty="0">
                <a:solidFill>
                  <a:srgbClr val="000080"/>
                </a:solidFill>
              </a:rPr>
              <a:t>McDonald's Issue Analysis and Solutions</a:t>
            </a:r>
            <a:endParaRPr b="1" dirty="0">
              <a:solidFill>
                <a:srgbClr val="000080"/>
              </a:solidFill>
            </a:endParaRPr>
          </a:p>
        </p:txBody>
      </p:sp>
      <p:sp>
        <p:nvSpPr>
          <p:cNvPr id="3" name="Content Placeholder 2"/>
          <p:cNvSpPr>
            <a:spLocks noGrp="1"/>
          </p:cNvSpPr>
          <p:nvPr>
            <p:ph idx="4294967295"/>
          </p:nvPr>
        </p:nvSpPr>
        <p:spPr>
          <a:xfrm>
            <a:off x="188536" y="1868406"/>
            <a:ext cx="8766929" cy="4429125"/>
          </a:xfrm>
        </p:spPr>
        <p:txBody>
          <a:bodyPr>
            <a:normAutofit/>
          </a:bodyPr>
          <a:lstStyle/>
          <a:p>
            <a:pPr marL="0" indent="0">
              <a:buNone/>
            </a:pPr>
            <a:r>
              <a:rPr lang="en-US" sz="1800" b="1" dirty="0"/>
              <a:t>7. Supply Chain Optimization</a:t>
            </a:r>
          </a:p>
          <a:p>
            <a:pPr marL="0" indent="0">
              <a:buNone/>
            </a:pPr>
            <a:r>
              <a:rPr lang="en-US" sz="1800" b="1" dirty="0"/>
              <a:t>Problem</a:t>
            </a:r>
            <a:r>
              <a:rPr lang="en-US" sz="1800" dirty="0"/>
              <a:t>: Rising costs of ingredients and inefficiencies in supply chain management are eroding profitability.</a:t>
            </a:r>
          </a:p>
          <a:p>
            <a:pPr marL="0" indent="0">
              <a:buNone/>
            </a:pPr>
            <a:r>
              <a:rPr lang="en-US" sz="1800" b="1" dirty="0"/>
              <a:t>Solution</a:t>
            </a:r>
            <a:r>
              <a:rPr lang="en-US" sz="1800" dirty="0"/>
              <a:t>:</a:t>
            </a:r>
          </a:p>
          <a:p>
            <a:r>
              <a:rPr lang="en-US" sz="1800" b="1" dirty="0"/>
              <a:t>Predictive Supply Chain Analytics</a:t>
            </a:r>
            <a:r>
              <a:rPr lang="en-US" sz="1800" dirty="0"/>
              <a:t>: Implement predictive analytics to anticipate shifts in demand and adjust supply orders accordingly. For example, if there's a seasonal surge in ice cream sales, stock up on dairy products beforehand to avoid shortages or price surges.</a:t>
            </a:r>
          </a:p>
          <a:p>
            <a:r>
              <a:rPr lang="en-US" sz="1800" b="1" dirty="0"/>
              <a:t>Supplier Relationships</a:t>
            </a:r>
            <a:r>
              <a:rPr lang="en-US" sz="1800" dirty="0"/>
              <a:t>: Establish long-term partnerships with suppliers, negotiating better deals for bulk purchases or locking in prices early to hedge against future cost increases. Real-time monitoring of supplier performance ensures timely deliveries and consistent quality.</a:t>
            </a:r>
          </a:p>
          <a:p>
            <a:r>
              <a:rPr lang="en-US" sz="1800" b="1" dirty="0"/>
              <a:t>Waste Reduction</a:t>
            </a:r>
            <a:r>
              <a:rPr lang="en-US" sz="1800" dirty="0"/>
              <a:t>: Use data to identify common points of food wastage (e.g., items that expire before being used) and refine ordering processes to prevent overstocking.</a:t>
            </a:r>
          </a:p>
          <a:p>
            <a:pPr marL="0" indent="0">
              <a:buNone/>
            </a:pPr>
            <a:endParaRPr sz="1800" b="0" dirty="0">
              <a:solidFill>
                <a:srgbClr val="000000"/>
              </a:solidFill>
              <a:latin typeface="Calibri"/>
            </a:endParaRPr>
          </a:p>
        </p:txBody>
      </p:sp>
    </p:spTree>
    <p:extLst>
      <p:ext uri="{BB962C8B-B14F-4D97-AF65-F5344CB8AC3E}">
        <p14:creationId xmlns:p14="http://schemas.microsoft.com/office/powerpoint/2010/main" val="1900678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408B7-2C6E-86D3-3122-D65FF85C2B3E}"/>
              </a:ext>
            </a:extLst>
          </p:cNvPr>
          <p:cNvSpPr>
            <a:spLocks noGrp="1"/>
          </p:cNvSpPr>
          <p:nvPr>
            <p:ph type="title" idx="4294967295"/>
          </p:nvPr>
        </p:nvSpPr>
        <p:spPr>
          <a:xfrm>
            <a:off x="216816" y="955312"/>
            <a:ext cx="8229600" cy="677863"/>
          </a:xfrm>
        </p:spPr>
        <p:txBody>
          <a:bodyPr>
            <a:normAutofit/>
          </a:bodyPr>
          <a:lstStyle/>
          <a:p>
            <a:r>
              <a:rPr lang="en-US" b="1" dirty="0">
                <a:solidFill>
                  <a:srgbClr val="000080"/>
                </a:solidFill>
              </a:rPr>
              <a:t>Continuous Monitoring and Improvement</a:t>
            </a:r>
          </a:p>
        </p:txBody>
      </p:sp>
      <p:sp>
        <p:nvSpPr>
          <p:cNvPr id="3" name="Content Placeholder 2">
            <a:extLst>
              <a:ext uri="{FF2B5EF4-FFF2-40B4-BE49-F238E27FC236}">
                <a16:creationId xmlns:a16="http://schemas.microsoft.com/office/drawing/2014/main" id="{85B7C4EB-0A2F-FE3E-4E2C-9233B8512B9A}"/>
              </a:ext>
            </a:extLst>
          </p:cNvPr>
          <p:cNvSpPr>
            <a:spLocks noGrp="1"/>
          </p:cNvSpPr>
          <p:nvPr>
            <p:ph idx="4294967295"/>
          </p:nvPr>
        </p:nvSpPr>
        <p:spPr>
          <a:xfrm>
            <a:off x="292231" y="2244945"/>
            <a:ext cx="8229600" cy="2782887"/>
          </a:xfrm>
        </p:spPr>
        <p:txBody>
          <a:bodyPr>
            <a:normAutofit/>
          </a:bodyPr>
          <a:lstStyle/>
          <a:p>
            <a:r>
              <a:rPr lang="en-US" sz="1800" b="1" dirty="0"/>
              <a:t>Data Dashboards for Managers: </a:t>
            </a:r>
            <a:r>
              <a:rPr lang="en-US" sz="1800" dirty="0"/>
              <a:t>Equip store managers with real-time dashboards showing key performance metrics (order times, customer satisfaction, staffing levels) so they can make informed decisions on the go.</a:t>
            </a:r>
          </a:p>
          <a:p>
            <a:r>
              <a:rPr lang="en-US" sz="1800" b="1" dirty="0"/>
              <a:t>Customer Feedback as a Priority: </a:t>
            </a:r>
            <a:r>
              <a:rPr lang="en-US" sz="1800" dirty="0"/>
              <a:t>Regularly monitor customer feedback through surveys, social media comments, and direct complaints. Make sure issues are resolved promptly, and positive trends are recognized and capitalized on.</a:t>
            </a:r>
          </a:p>
          <a:p>
            <a:r>
              <a:rPr lang="en-US" sz="1800" b="1" dirty="0"/>
              <a:t>Staff Incentives: </a:t>
            </a:r>
            <a:r>
              <a:rPr lang="en-US" sz="1800" dirty="0"/>
              <a:t>Create performance-based incentives for employees who consistently hit service goals, like reduced wait times or high customer satisfaction ratings.</a:t>
            </a:r>
          </a:p>
        </p:txBody>
      </p:sp>
    </p:spTree>
    <p:extLst>
      <p:ext uri="{BB962C8B-B14F-4D97-AF65-F5344CB8AC3E}">
        <p14:creationId xmlns:p14="http://schemas.microsoft.com/office/powerpoint/2010/main" val="2566273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1412" y="1390452"/>
            <a:ext cx="5608948" cy="703787"/>
          </a:xfrm>
        </p:spPr>
        <p:txBody>
          <a:bodyPr>
            <a:normAutofit/>
          </a:bodyPr>
          <a:lstStyle/>
          <a:p>
            <a:r>
              <a:rPr sz="2800" b="1" dirty="0">
                <a:solidFill>
                  <a:srgbClr val="000080"/>
                </a:solidFill>
              </a:rPr>
              <a:t>Conclusion</a:t>
            </a:r>
            <a:r>
              <a:rPr lang="en-US" sz="2800" b="1" dirty="0">
                <a:solidFill>
                  <a:srgbClr val="000080"/>
                </a:solidFill>
              </a:rPr>
              <a:t> : Final Thoughts</a:t>
            </a:r>
            <a:endParaRPr sz="2800" b="1" dirty="0">
              <a:solidFill>
                <a:srgbClr val="000080"/>
              </a:solidFill>
            </a:endParaRPr>
          </a:p>
        </p:txBody>
      </p:sp>
      <p:sp>
        <p:nvSpPr>
          <p:cNvPr id="3" name="Content Placeholder 2"/>
          <p:cNvSpPr>
            <a:spLocks noGrp="1"/>
          </p:cNvSpPr>
          <p:nvPr>
            <p:ph type="subTitle" idx="1"/>
          </p:nvPr>
        </p:nvSpPr>
        <p:spPr>
          <a:xfrm>
            <a:off x="782424" y="2348862"/>
            <a:ext cx="7305773" cy="2553076"/>
          </a:xfrm>
        </p:spPr>
        <p:txBody>
          <a:bodyPr>
            <a:noAutofit/>
          </a:bodyPr>
          <a:lstStyle/>
          <a:p>
            <a:pPr marL="0" indent="0" algn="ctr">
              <a:buNone/>
            </a:pPr>
            <a:r>
              <a:rPr lang="en-US" sz="2000" dirty="0"/>
              <a:t>By understanding and addressing the specific issues through data-driven solutions, McDonald's can not only solve the operational challenges but also transform the customer experience, optimize profitability, and remain competitive in a fast-evolving market. These solutions focus on enhancing customer engagement, streamlining operations, and being more proactive in adapting to market trends—all while keeping an eye on efficiency and cost control.</a:t>
            </a:r>
            <a:endParaRPr sz="2000" dirty="0"/>
          </a:p>
        </p:txBody>
      </p:sp>
      <p:sp>
        <p:nvSpPr>
          <p:cNvPr id="4" name="Rectangle 3">
            <a:extLst>
              <a:ext uri="{FF2B5EF4-FFF2-40B4-BE49-F238E27FC236}">
                <a16:creationId xmlns:a16="http://schemas.microsoft.com/office/drawing/2014/main" id="{FC3420C2-40E4-71B0-1DFC-6A3357342045}"/>
              </a:ext>
            </a:extLst>
          </p:cNvPr>
          <p:cNvSpPr/>
          <p:nvPr/>
        </p:nvSpPr>
        <p:spPr>
          <a:xfrm>
            <a:off x="2931736" y="4901938"/>
            <a:ext cx="3526739" cy="603316"/>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Business Annual Report by Slidesgo">
  <a:themeElements>
    <a:clrScheme name="Simple Light">
      <a:dk1>
        <a:srgbClr val="00094A"/>
      </a:dk1>
      <a:lt1>
        <a:srgbClr val="00649F"/>
      </a:lt1>
      <a:dk2>
        <a:srgbClr val="FEFEFE"/>
      </a:dk2>
      <a:lt2>
        <a:srgbClr val="63DBF5"/>
      </a:lt2>
      <a:accent1>
        <a:srgbClr val="006DF5"/>
      </a:accent1>
      <a:accent2>
        <a:srgbClr val="516CEE"/>
      </a:accent2>
      <a:accent3>
        <a:srgbClr val="FFFFFF"/>
      </a:accent3>
      <a:accent4>
        <a:srgbClr val="FFFFFF"/>
      </a:accent4>
      <a:accent5>
        <a:srgbClr val="FFFFFF"/>
      </a:accent5>
      <a:accent6>
        <a:srgbClr val="FFFFFF"/>
      </a:accent6>
      <a:hlink>
        <a:srgbClr val="0009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Annual Report by Slidesgo</Template>
  <TotalTime>1863</TotalTime>
  <Words>2349</Words>
  <Application>Microsoft Office PowerPoint</Application>
  <PresentationFormat>On-screen Show (4:3)</PresentationFormat>
  <Paragraphs>145</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Maven Pro</vt:lpstr>
      <vt:lpstr>Proxima Nova</vt:lpstr>
      <vt:lpstr>Arial</vt:lpstr>
      <vt:lpstr>Calibri</vt:lpstr>
      <vt:lpstr>Montserrat</vt:lpstr>
      <vt:lpstr>Business Annual Report by Slidesgo</vt:lpstr>
      <vt:lpstr>Slidesgo Final Pages</vt:lpstr>
      <vt:lpstr>Business Analytics in the Restaurant Industry</vt:lpstr>
      <vt:lpstr>Topics:</vt:lpstr>
      <vt:lpstr>CRISP-DM Overview</vt:lpstr>
      <vt:lpstr>Phases of CRISP-DM</vt:lpstr>
      <vt:lpstr>Phases of CRISP-DM</vt:lpstr>
      <vt:lpstr>McDonald's Case Study: Breakdown</vt:lpstr>
      <vt:lpstr>McDonald's Case Study : Breakdown</vt:lpstr>
      <vt:lpstr>McDonald's Case Study : Breakdown</vt:lpstr>
      <vt:lpstr>McDonald's Case Study : Breakdown</vt:lpstr>
      <vt:lpstr>McDonald's Case Study : Breakdown</vt:lpstr>
      <vt:lpstr>McDonald's Case Study : Breakdown</vt:lpstr>
      <vt:lpstr>McDonald's Issue Analysis and Solutions</vt:lpstr>
      <vt:lpstr>McDonald's Issue Analysis and Solutions</vt:lpstr>
      <vt:lpstr>McDonald's Issue Analysis and Solutions</vt:lpstr>
      <vt:lpstr>McDonald's Issue Analysis and Solutions</vt:lpstr>
      <vt:lpstr>McDonald's Issue Analysis and Solutions</vt:lpstr>
      <vt:lpstr>McDonald's Issue Analysis and Solutions</vt:lpstr>
      <vt:lpstr>McDonald's Issue Analysis and Solutions</vt:lpstr>
      <vt:lpstr>Continuous Monitoring and Improvement</vt:lpstr>
      <vt:lpstr>Conclusion : Final Thoughts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Nandini soni</cp:lastModifiedBy>
  <cp:revision>4</cp:revision>
  <dcterms:created xsi:type="dcterms:W3CDTF">2013-01-27T09:14:16Z</dcterms:created>
  <dcterms:modified xsi:type="dcterms:W3CDTF">2024-09-25T10:12:24Z</dcterms:modified>
  <cp:category/>
</cp:coreProperties>
</file>